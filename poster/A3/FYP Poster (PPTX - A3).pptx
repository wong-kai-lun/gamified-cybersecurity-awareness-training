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B1B1"/>
    <a:srgbClr val="E5D9D9"/>
    <a:srgbClr val="90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536D4-5AD4-47C9-A79C-2673FA22EA42}" v="15" dt="2026-02-10T06:43:25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53" d="100"/>
          <a:sy n="53" d="100"/>
        </p:scale>
        <p:origin x="16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 Kai Lun" userId="cad839aae36bdfc9" providerId="LiveId" clId="{C4808D16-DFB4-48D5-8990-F81D368E6ACD}"/>
    <pc:docChg chg="undo custSel modSld">
      <pc:chgData name="Wong Kai Lun" userId="cad839aae36bdfc9" providerId="LiveId" clId="{C4808D16-DFB4-48D5-8990-F81D368E6ACD}" dt="2026-02-10T06:49:47.014" v="751" actId="1076"/>
      <pc:docMkLst>
        <pc:docMk/>
      </pc:docMkLst>
      <pc:sldChg chg="addSp delSp modSp mod">
        <pc:chgData name="Wong Kai Lun" userId="cad839aae36bdfc9" providerId="LiveId" clId="{C4808D16-DFB4-48D5-8990-F81D368E6ACD}" dt="2026-02-10T06:49:47.014" v="751" actId="1076"/>
        <pc:sldMkLst>
          <pc:docMk/>
          <pc:sldMk cId="4060109789" sldId="256"/>
        </pc:sldMkLst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5" creationId="{E5C0B5FB-EFFA-1D21-7C4F-C021D0B5B74E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9" creationId="{1AE746C6-5859-9C98-AFBA-3A27F9F7970B}"/>
          </ac:spMkLst>
        </pc:spChg>
        <pc:spChg chg="mod">
          <ac:chgData name="Wong Kai Lun" userId="cad839aae36bdfc9" providerId="LiveId" clId="{C4808D16-DFB4-48D5-8990-F81D368E6ACD}" dt="2026-02-10T06:49:37.566" v="748" actId="1076"/>
          <ac:spMkLst>
            <pc:docMk/>
            <pc:sldMk cId="4060109789" sldId="256"/>
            <ac:spMk id="10" creationId="{04ECC134-62ED-3A7E-D9E6-55350F23B3C9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12" creationId="{8C78E3EA-7E16-61C5-582C-25EBF35730E0}"/>
          </ac:spMkLst>
        </pc:spChg>
        <pc:spChg chg="mod">
          <ac:chgData name="Wong Kai Lun" userId="cad839aae36bdfc9" providerId="LiveId" clId="{C4808D16-DFB4-48D5-8990-F81D368E6ACD}" dt="2026-02-10T06:48:04.590" v="733" actId="1076"/>
          <ac:spMkLst>
            <pc:docMk/>
            <pc:sldMk cId="4060109789" sldId="256"/>
            <ac:spMk id="13" creationId="{F001E905-01C0-983F-F413-9FFA15B7C626}"/>
          </ac:spMkLst>
        </pc:spChg>
        <pc:spChg chg="del mod ord">
          <ac:chgData name="Wong Kai Lun" userId="cad839aae36bdfc9" providerId="LiveId" clId="{C4808D16-DFB4-48D5-8990-F81D368E6ACD}" dt="2026-02-10T06:12:21.147" v="457" actId="478"/>
          <ac:spMkLst>
            <pc:docMk/>
            <pc:sldMk cId="4060109789" sldId="256"/>
            <ac:spMk id="15" creationId="{8372FF59-9250-AEB1-2C51-2EC909AE4A06}"/>
          </ac:spMkLst>
        </pc:spChg>
        <pc:spChg chg="mod">
          <ac:chgData name="Wong Kai Lun" userId="cad839aae36bdfc9" providerId="LiveId" clId="{C4808D16-DFB4-48D5-8990-F81D368E6ACD}" dt="2026-02-10T06:48:33.414" v="737" actId="1076"/>
          <ac:spMkLst>
            <pc:docMk/>
            <pc:sldMk cId="4060109789" sldId="256"/>
            <ac:spMk id="16" creationId="{DBC43FEE-9315-B1E6-20ED-DF0582C7CA75}"/>
          </ac:spMkLst>
        </pc:spChg>
        <pc:spChg chg="mod">
          <ac:chgData name="Wong Kai Lun" userId="cad839aae36bdfc9" providerId="LiveId" clId="{C4808D16-DFB4-48D5-8990-F81D368E6ACD}" dt="2026-02-10T06:48:19.772" v="736" actId="1076"/>
          <ac:spMkLst>
            <pc:docMk/>
            <pc:sldMk cId="4060109789" sldId="256"/>
            <ac:spMk id="17" creationId="{B01B28A6-CE6C-70AE-5DFD-B9078B797922}"/>
          </ac:spMkLst>
        </pc:spChg>
        <pc:spChg chg="add del mod">
          <ac:chgData name="Wong Kai Lun" userId="cad839aae36bdfc9" providerId="LiveId" clId="{C4808D16-DFB4-48D5-8990-F81D368E6ACD}" dt="2026-02-10T06:44:04.090" v="611" actId="1076"/>
          <ac:spMkLst>
            <pc:docMk/>
            <pc:sldMk cId="4060109789" sldId="256"/>
            <ac:spMk id="18" creationId="{5AC6A306-2A9A-9E80-2D15-62623C28B622}"/>
          </ac:spMkLst>
        </pc:spChg>
        <pc:spChg chg="mod">
          <ac:chgData name="Wong Kai Lun" userId="cad839aae36bdfc9" providerId="LiveId" clId="{C4808D16-DFB4-48D5-8990-F81D368E6ACD}" dt="2026-02-10T06:49:04.828" v="743" actId="1076"/>
          <ac:spMkLst>
            <pc:docMk/>
            <pc:sldMk cId="4060109789" sldId="256"/>
            <ac:spMk id="19" creationId="{AE896150-E8DF-E052-6C99-18414358B507}"/>
          </ac:spMkLst>
        </pc:spChg>
        <pc:spChg chg="mod">
          <ac:chgData name="Wong Kai Lun" userId="cad839aae36bdfc9" providerId="LiveId" clId="{C4808D16-DFB4-48D5-8990-F81D368E6ACD}" dt="2026-02-10T06:49:00.998" v="741" actId="1076"/>
          <ac:spMkLst>
            <pc:docMk/>
            <pc:sldMk cId="4060109789" sldId="256"/>
            <ac:spMk id="20" creationId="{76ECE91B-0E6C-62D5-3434-80B61A9CCC2C}"/>
          </ac:spMkLst>
        </pc:spChg>
        <pc:spChg chg="mod">
          <ac:chgData name="Wong Kai Lun" userId="cad839aae36bdfc9" providerId="LiveId" clId="{C4808D16-DFB4-48D5-8990-F81D368E6ACD}" dt="2026-02-10T06:49:27.982" v="746" actId="1076"/>
          <ac:spMkLst>
            <pc:docMk/>
            <pc:sldMk cId="4060109789" sldId="256"/>
            <ac:spMk id="21" creationId="{4BA612BE-FF0E-550D-5CAF-93203C5DA916}"/>
          </ac:spMkLst>
        </pc:spChg>
        <pc:spChg chg="add mod">
          <ac:chgData name="Wong Kai Lun" userId="cad839aae36bdfc9" providerId="LiveId" clId="{C4808D16-DFB4-48D5-8990-F81D368E6ACD}" dt="2026-02-10T06:49:32.502" v="747" actId="1076"/>
          <ac:spMkLst>
            <pc:docMk/>
            <pc:sldMk cId="4060109789" sldId="256"/>
            <ac:spMk id="30" creationId="{3C96F2DB-4AB1-225C-9535-3CA2470C7D70}"/>
          </ac:spMkLst>
        </pc:spChg>
        <pc:spChg chg="add del mod">
          <ac:chgData name="Wong Kai Lun" userId="cad839aae36bdfc9" providerId="LiveId" clId="{C4808D16-DFB4-48D5-8990-F81D368E6ACD}" dt="2026-02-10T06:11:08.657" v="427" actId="478"/>
          <ac:spMkLst>
            <pc:docMk/>
            <pc:sldMk cId="4060109789" sldId="256"/>
            <ac:spMk id="31" creationId="{57ABBBFD-1122-A8F3-1463-C0735AFC3225}"/>
          </ac:spMkLst>
        </pc:spChg>
        <pc:spChg chg="add mod">
          <ac:chgData name="Wong Kai Lun" userId="cad839aae36bdfc9" providerId="LiveId" clId="{C4808D16-DFB4-48D5-8990-F81D368E6ACD}" dt="2026-02-10T06:49:40.299" v="749" actId="1076"/>
          <ac:spMkLst>
            <pc:docMk/>
            <pc:sldMk cId="4060109789" sldId="256"/>
            <ac:spMk id="32" creationId="{6C5BBEAD-04B3-EFBC-4B96-708E2B3E2C84}"/>
          </ac:spMkLst>
        </pc:spChg>
        <pc:spChg chg="add mod">
          <ac:chgData name="Wong Kai Lun" userId="cad839aae36bdfc9" providerId="LiveId" clId="{C4808D16-DFB4-48D5-8990-F81D368E6ACD}" dt="2026-02-10T06:43:52.574" v="607" actId="1076"/>
          <ac:spMkLst>
            <pc:docMk/>
            <pc:sldMk cId="4060109789" sldId="256"/>
            <ac:spMk id="37" creationId="{6EA0CD4A-4E69-E114-9DE0-92AB79E845E4}"/>
          </ac:spMkLst>
        </pc:spChg>
        <pc:spChg chg="add mod">
          <ac:chgData name="Wong Kai Lun" userId="cad839aae36bdfc9" providerId="LiveId" clId="{C4808D16-DFB4-48D5-8990-F81D368E6ACD}" dt="2026-02-10T06:43:57.621" v="608" actId="1076"/>
          <ac:spMkLst>
            <pc:docMk/>
            <pc:sldMk cId="4060109789" sldId="256"/>
            <ac:spMk id="43" creationId="{63536053-5F14-AC30-9B5A-EDABA20F1C79}"/>
          </ac:spMkLst>
        </pc:spChg>
        <pc:spChg chg="add del mod">
          <ac:chgData name="Wong Kai Lun" userId="cad839aae36bdfc9" providerId="LiveId" clId="{C4808D16-DFB4-48D5-8990-F81D368E6ACD}" dt="2026-02-10T06:43:01.399" v="559"/>
          <ac:spMkLst>
            <pc:docMk/>
            <pc:sldMk cId="4060109789" sldId="256"/>
            <ac:spMk id="58" creationId="{03264F81-9567-B55A-000F-E74C6796131D}"/>
          </ac:spMkLst>
        </pc:spChg>
        <pc:spChg chg="add mod">
          <ac:chgData name="Wong Kai Lun" userId="cad839aae36bdfc9" providerId="LiveId" clId="{C4808D16-DFB4-48D5-8990-F81D368E6ACD}" dt="2026-02-10T06:47:08.473" v="726" actId="1076"/>
          <ac:spMkLst>
            <pc:docMk/>
            <pc:sldMk cId="4060109789" sldId="256"/>
            <ac:spMk id="61" creationId="{7BE6023A-352C-0804-E757-A2716DA63B8A}"/>
          </ac:spMkLst>
        </pc:spChg>
        <pc:spChg chg="add mod ord">
          <ac:chgData name="Wong Kai Lun" userId="cad839aae36bdfc9" providerId="LiveId" clId="{C4808D16-DFB4-48D5-8990-F81D368E6ACD}" dt="2026-02-10T06:47:03.149" v="725" actId="14100"/>
          <ac:spMkLst>
            <pc:docMk/>
            <pc:sldMk cId="4060109789" sldId="256"/>
            <ac:spMk id="65" creationId="{79C8AFF9-233F-46A4-852E-5A69970F996D}"/>
          </ac:spMkLst>
        </pc:spChg>
        <pc:picChg chg="del mod">
          <ac:chgData name="Wong Kai Lun" userId="cad839aae36bdfc9" providerId="LiveId" clId="{C4808D16-DFB4-48D5-8990-F81D368E6ACD}" dt="2026-02-10T06:44:19.918" v="617" actId="478"/>
          <ac:picMkLst>
            <pc:docMk/>
            <pc:sldMk cId="4060109789" sldId="256"/>
            <ac:picMk id="4" creationId="{1959A9DF-C983-3BF1-FD34-3B00DBC39BB7}"/>
          </ac:picMkLst>
        </pc:picChg>
        <pc:picChg chg="del">
          <ac:chgData name="Wong Kai Lun" userId="cad839aae36bdfc9" providerId="LiveId" clId="{C4808D16-DFB4-48D5-8990-F81D368E6ACD}" dt="2026-02-10T06:42:45.246" v="554" actId="478"/>
          <ac:picMkLst>
            <pc:docMk/>
            <pc:sldMk cId="4060109789" sldId="256"/>
            <ac:picMk id="6" creationId="{F9C1F8A5-563E-3853-759F-ABE11E33D47F}"/>
          </ac:picMkLst>
        </pc:picChg>
        <pc:picChg chg="del mod ord">
          <ac:chgData name="Wong Kai Lun" userId="cad839aae36bdfc9" providerId="LiveId" clId="{C4808D16-DFB4-48D5-8990-F81D368E6ACD}" dt="2026-02-10T06:43:01.393" v="557" actId="478"/>
          <ac:picMkLst>
            <pc:docMk/>
            <pc:sldMk cId="4060109789" sldId="256"/>
            <ac:picMk id="7" creationId="{D3922368-F292-AFC4-AD5D-C89D2EB3EA71}"/>
          </ac:picMkLst>
        </pc:picChg>
        <pc:picChg chg="add del mod ord">
          <ac:chgData name="Wong Kai Lun" userId="cad839aae36bdfc9" providerId="LiveId" clId="{C4808D16-DFB4-48D5-8990-F81D368E6ACD}" dt="2026-02-10T06:18:14.549" v="461" actId="478"/>
          <ac:picMkLst>
            <pc:docMk/>
            <pc:sldMk cId="4060109789" sldId="256"/>
            <ac:picMk id="23" creationId="{183A16AC-F1B0-9D06-EF17-EA3AF3B1C4FA}"/>
          </ac:picMkLst>
        </pc:picChg>
        <pc:picChg chg="add del mod">
          <ac:chgData name="Wong Kai Lun" userId="cad839aae36bdfc9" providerId="LiveId" clId="{C4808D16-DFB4-48D5-8990-F81D368E6ACD}" dt="2026-02-10T06:19:38.452" v="462" actId="478"/>
          <ac:picMkLst>
            <pc:docMk/>
            <pc:sldMk cId="4060109789" sldId="256"/>
            <ac:picMk id="25" creationId="{9A9FAEE7-346A-12A6-5A0D-5CC59B47A86D}"/>
          </ac:picMkLst>
        </pc:picChg>
        <pc:picChg chg="add mod">
          <ac:chgData name="Wong Kai Lun" userId="cad839aae36bdfc9" providerId="LiveId" clId="{C4808D16-DFB4-48D5-8990-F81D368E6ACD}" dt="2026-02-10T06:49:47.014" v="751" actId="1076"/>
          <ac:picMkLst>
            <pc:docMk/>
            <pc:sldMk cId="4060109789" sldId="256"/>
            <ac:picMk id="27" creationId="{4E9271FC-C6D9-BA64-6D70-8FF4603DC81F}"/>
          </ac:picMkLst>
        </pc:picChg>
        <pc:picChg chg="add mod">
          <ac:chgData name="Wong Kai Lun" userId="cad839aae36bdfc9" providerId="LiveId" clId="{C4808D16-DFB4-48D5-8990-F81D368E6ACD}" dt="2026-02-10T06:49:45.247" v="750" actId="1076"/>
          <ac:picMkLst>
            <pc:docMk/>
            <pc:sldMk cId="4060109789" sldId="256"/>
            <ac:picMk id="29" creationId="{B986486A-1F65-4B0B-01A4-ABD36D0BE7FD}"/>
          </ac:picMkLst>
        </pc:picChg>
        <pc:picChg chg="add del mod">
          <ac:chgData name="Wong Kai Lun" userId="cad839aae36bdfc9" providerId="LiveId" clId="{C4808D16-DFB4-48D5-8990-F81D368E6ACD}" dt="2026-02-10T06:10:18.070" v="413" actId="478"/>
          <ac:picMkLst>
            <pc:docMk/>
            <pc:sldMk cId="4060109789" sldId="256"/>
            <ac:picMk id="33" creationId="{4532F861-B0D5-597A-1A7C-5BE852BABE92}"/>
          </ac:picMkLst>
        </pc:picChg>
        <pc:picChg chg="add del mod">
          <ac:chgData name="Wong Kai Lun" userId="cad839aae36bdfc9" providerId="LiveId" clId="{C4808D16-DFB4-48D5-8990-F81D368E6ACD}" dt="2026-02-10T06:29:27.790" v="528" actId="478"/>
          <ac:picMkLst>
            <pc:docMk/>
            <pc:sldMk cId="4060109789" sldId="256"/>
            <ac:picMk id="34" creationId="{2FCBA610-C03E-6948-0676-2B290E698938}"/>
          </ac:picMkLst>
        </pc:picChg>
        <pc:picChg chg="add del mod">
          <ac:chgData name="Wong Kai Lun" userId="cad839aae36bdfc9" providerId="LiveId" clId="{C4808D16-DFB4-48D5-8990-F81D368E6ACD}" dt="2026-02-10T06:11:07.493" v="426" actId="478"/>
          <ac:picMkLst>
            <pc:docMk/>
            <pc:sldMk cId="4060109789" sldId="256"/>
            <ac:picMk id="35" creationId="{3C9606F4-FE54-C394-00ED-29807ECFC456}"/>
          </ac:picMkLst>
        </pc:picChg>
        <pc:picChg chg="add del mod">
          <ac:chgData name="Wong Kai Lun" userId="cad839aae36bdfc9" providerId="LiveId" clId="{C4808D16-DFB4-48D5-8990-F81D368E6ACD}" dt="2026-02-10T05:57:21.681" v="364" actId="478"/>
          <ac:picMkLst>
            <pc:docMk/>
            <pc:sldMk cId="4060109789" sldId="256"/>
            <ac:picMk id="36" creationId="{6B4E4D9D-EFB8-B603-9165-30EA080FF25E}"/>
          </ac:picMkLst>
        </pc:picChg>
        <pc:picChg chg="add mod">
          <ac:chgData name="Wong Kai Lun" userId="cad839aae36bdfc9" providerId="LiveId" clId="{C4808D16-DFB4-48D5-8990-F81D368E6ACD}" dt="2026-02-10T06:43:52.574" v="607" actId="1076"/>
          <ac:picMkLst>
            <pc:docMk/>
            <pc:sldMk cId="4060109789" sldId="256"/>
            <ac:picMk id="38" creationId="{B7E622E0-64C5-CF94-1FD0-92A824F0B450}"/>
          </ac:picMkLst>
        </pc:picChg>
        <pc:picChg chg="add mod ord">
          <ac:chgData name="Wong Kai Lun" userId="cad839aae36bdfc9" providerId="LiveId" clId="{C4808D16-DFB4-48D5-8990-F81D368E6ACD}" dt="2026-02-10T06:49:17.758" v="745" actId="1076"/>
          <ac:picMkLst>
            <pc:docMk/>
            <pc:sldMk cId="4060109789" sldId="256"/>
            <ac:picMk id="40" creationId="{72C1705B-2005-8953-67EB-F95EDDFADC4B}"/>
          </ac:picMkLst>
        </pc:picChg>
        <pc:picChg chg="add mod">
          <ac:chgData name="Wong Kai Lun" userId="cad839aae36bdfc9" providerId="LiveId" clId="{C4808D16-DFB4-48D5-8990-F81D368E6ACD}" dt="2026-02-10T06:43:57.621" v="608" actId="1076"/>
          <ac:picMkLst>
            <pc:docMk/>
            <pc:sldMk cId="4060109789" sldId="256"/>
            <ac:picMk id="42" creationId="{627B4242-99DE-CD4C-B077-72D77AAE39E6}"/>
          </ac:picMkLst>
        </pc:picChg>
        <pc:picChg chg="add del mod">
          <ac:chgData name="Wong Kai Lun" userId="cad839aae36bdfc9" providerId="LiveId" clId="{C4808D16-DFB4-48D5-8990-F81D368E6ACD}" dt="2026-02-10T06:20:56.326" v="477" actId="478"/>
          <ac:picMkLst>
            <pc:docMk/>
            <pc:sldMk cId="4060109789" sldId="256"/>
            <ac:picMk id="45" creationId="{963E8CD2-F4B3-D6DF-A428-6733ECAE1CB0}"/>
          </ac:picMkLst>
        </pc:picChg>
        <pc:picChg chg="add del mod">
          <ac:chgData name="Wong Kai Lun" userId="cad839aae36bdfc9" providerId="LiveId" clId="{C4808D16-DFB4-48D5-8990-F81D368E6ACD}" dt="2026-02-10T06:20:18.100" v="472" actId="478"/>
          <ac:picMkLst>
            <pc:docMk/>
            <pc:sldMk cId="4060109789" sldId="256"/>
            <ac:picMk id="47" creationId="{337CD2E0-8902-0F78-C7FA-AB144F5BAFBC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49" creationId="{9ECE4F46-F8E5-2D73-8957-C8C97B1D5285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0" creationId="{50FE0EC9-BCB9-5261-DDA3-DF46A4969D71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1" creationId="{FB5AF918-939B-9BF9-A9D8-AEFCC32EB558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3" creationId="{A95704F5-766B-11D8-8A23-62144616AB55}"/>
          </ac:picMkLst>
        </pc:picChg>
        <pc:picChg chg="add del mod ord">
          <ac:chgData name="Wong Kai Lun" userId="cad839aae36bdfc9" providerId="LiveId" clId="{C4808D16-DFB4-48D5-8990-F81D368E6ACD}" dt="2026-02-10T06:23:32.221" v="516" actId="478"/>
          <ac:picMkLst>
            <pc:docMk/>
            <pc:sldMk cId="4060109789" sldId="256"/>
            <ac:picMk id="54" creationId="{74D82480-7C9D-E20B-9B18-6F1BB2FE8D16}"/>
          </ac:picMkLst>
        </pc:picChg>
        <pc:picChg chg="add del mod">
          <ac:chgData name="Wong Kai Lun" userId="cad839aae36bdfc9" providerId="LiveId" clId="{C4808D16-DFB4-48D5-8990-F81D368E6ACD}" dt="2026-02-10T06:23:31.020" v="515" actId="478"/>
          <ac:picMkLst>
            <pc:docMk/>
            <pc:sldMk cId="4060109789" sldId="256"/>
            <ac:picMk id="55" creationId="{3C189308-77AD-7108-F0A4-66F16823E021}"/>
          </ac:picMkLst>
        </pc:picChg>
        <pc:picChg chg="add mod">
          <ac:chgData name="Wong Kai Lun" userId="cad839aae36bdfc9" providerId="LiveId" clId="{C4808D16-DFB4-48D5-8990-F81D368E6ACD}" dt="2026-02-10T06:49:32.502" v="747" actId="1076"/>
          <ac:picMkLst>
            <pc:docMk/>
            <pc:sldMk cId="4060109789" sldId="256"/>
            <ac:picMk id="57" creationId="{996C3733-E164-E0CB-7ABB-A96CF057C0AB}"/>
          </ac:picMkLst>
        </pc:picChg>
        <pc:picChg chg="add del mod">
          <ac:chgData name="Wong Kai Lun" userId="cad839aae36bdfc9" providerId="LiveId" clId="{C4808D16-DFB4-48D5-8990-F81D368E6ACD}" dt="2026-02-10T06:43:19.512" v="564" actId="478"/>
          <ac:picMkLst>
            <pc:docMk/>
            <pc:sldMk cId="4060109789" sldId="256"/>
            <ac:picMk id="60" creationId="{5EA62E61-91CB-D771-E5FE-EFC361A87344}"/>
          </ac:picMkLst>
        </pc:picChg>
        <pc:cxnChg chg="mod">
          <ac:chgData name="Wong Kai Lun" userId="cad839aae36bdfc9" providerId="LiveId" clId="{C4808D16-DFB4-48D5-8990-F81D368E6ACD}" dt="2026-02-10T06:44:52.003" v="625" actId="14100"/>
          <ac:cxnSpMkLst>
            <pc:docMk/>
            <pc:sldMk cId="4060109789" sldId="256"/>
            <ac:cxnSpMk id="14" creationId="{90E5657D-4A25-8469-40A7-3B97E20F42D1}"/>
          </ac:cxnSpMkLst>
        </pc:cxnChg>
        <pc:cxnChg chg="mod">
          <ac:chgData name="Wong Kai Lun" userId="cad839aae36bdfc9" providerId="LiveId" clId="{C4808D16-DFB4-48D5-8990-F81D368E6ACD}" dt="2026-02-10T06:44:49.900" v="624" actId="14100"/>
          <ac:cxnSpMkLst>
            <pc:docMk/>
            <pc:sldMk cId="4060109789" sldId="256"/>
            <ac:cxnSpMk id="22" creationId="{87B294AE-D21A-DA24-FC67-C687A8EFD51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1750834"/>
            <a:ext cx="12824460" cy="3724546"/>
          </a:xfrm>
        </p:spPr>
        <p:txBody>
          <a:bodyPr anchor="b"/>
          <a:lstStyle>
            <a:lvl1pPr algn="ctr">
              <a:defRPr sz="9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5619013"/>
            <a:ext cx="11315700" cy="2582912"/>
          </a:xfrm>
        </p:spPr>
        <p:txBody>
          <a:bodyPr/>
          <a:lstStyle>
            <a:lvl1pPr marL="0" indent="0" algn="ctr">
              <a:buNone/>
              <a:defRPr sz="3744"/>
            </a:lvl1pPr>
            <a:lvl2pPr marL="713232" indent="0" algn="ctr">
              <a:buNone/>
              <a:defRPr sz="3120"/>
            </a:lvl2pPr>
            <a:lvl3pPr marL="1426464" indent="0" algn="ctr">
              <a:buNone/>
              <a:defRPr sz="2808"/>
            </a:lvl3pPr>
            <a:lvl4pPr marL="2139696" indent="0" algn="ctr">
              <a:buNone/>
              <a:defRPr sz="2496"/>
            </a:lvl4pPr>
            <a:lvl5pPr marL="2852928" indent="0" algn="ctr">
              <a:buNone/>
              <a:defRPr sz="2496"/>
            </a:lvl5pPr>
            <a:lvl6pPr marL="3566160" indent="0" algn="ctr">
              <a:buNone/>
              <a:defRPr sz="2496"/>
            </a:lvl6pPr>
            <a:lvl7pPr marL="4279392" indent="0" algn="ctr">
              <a:buNone/>
              <a:defRPr sz="2496"/>
            </a:lvl7pPr>
            <a:lvl8pPr marL="4992624" indent="0" algn="ctr">
              <a:buNone/>
              <a:defRPr sz="2496"/>
            </a:lvl8pPr>
            <a:lvl9pPr marL="5705856" indent="0" algn="ctr">
              <a:buNone/>
              <a:defRPr sz="24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063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7870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415" y="2667115"/>
            <a:ext cx="13013055" cy="4450138"/>
          </a:xfrm>
        </p:spPr>
        <p:txBody>
          <a:bodyPr anchor="b"/>
          <a:lstStyle>
            <a:lvl1pPr>
              <a:defRPr sz="9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9415" y="7159353"/>
            <a:ext cx="13013055" cy="2340222"/>
          </a:xfrm>
        </p:spPr>
        <p:txBody>
          <a:bodyPr/>
          <a:lstStyle>
            <a:lvl1pPr marL="0" indent="0">
              <a:buNone/>
              <a:defRPr sz="3744">
                <a:solidFill>
                  <a:schemeClr val="tx1"/>
                </a:solidFill>
              </a:defRPr>
            </a:lvl1pPr>
            <a:lvl2pPr marL="713232" indent="0">
              <a:buNone/>
              <a:defRPr sz="3120">
                <a:solidFill>
                  <a:schemeClr val="tx1">
                    <a:tint val="75000"/>
                  </a:schemeClr>
                </a:solidFill>
              </a:defRPr>
            </a:lvl2pPr>
            <a:lvl3pPr marL="1426464" indent="0">
              <a:buNone/>
              <a:defRPr sz="2808">
                <a:solidFill>
                  <a:schemeClr val="tx1">
                    <a:tint val="75000"/>
                  </a:schemeClr>
                </a:solidFill>
              </a:defRPr>
            </a:lvl3pPr>
            <a:lvl4pPr marL="2139696" indent="0">
              <a:buNone/>
              <a:defRPr sz="2496">
                <a:solidFill>
                  <a:schemeClr val="tx1">
                    <a:tint val="75000"/>
                  </a:schemeClr>
                </a:solidFill>
              </a:defRPr>
            </a:lvl4pPr>
            <a:lvl5pPr marL="2852928" indent="0">
              <a:buNone/>
              <a:defRPr sz="2496">
                <a:solidFill>
                  <a:schemeClr val="tx1">
                    <a:tint val="75000"/>
                  </a:schemeClr>
                </a:solidFill>
              </a:defRPr>
            </a:lvl5pPr>
            <a:lvl6pPr marL="3566160" indent="0">
              <a:buNone/>
              <a:defRPr sz="2496">
                <a:solidFill>
                  <a:schemeClr val="tx1">
                    <a:tint val="75000"/>
                  </a:schemeClr>
                </a:solidFill>
              </a:defRPr>
            </a:lvl6pPr>
            <a:lvl7pPr marL="4279392" indent="0">
              <a:buNone/>
              <a:defRPr sz="2496">
                <a:solidFill>
                  <a:schemeClr val="tx1">
                    <a:tint val="75000"/>
                  </a:schemeClr>
                </a:solidFill>
              </a:defRPr>
            </a:lvl7pPr>
            <a:lvl8pPr marL="4992624" indent="0">
              <a:buNone/>
              <a:defRPr sz="2496">
                <a:solidFill>
                  <a:schemeClr val="tx1">
                    <a:tint val="75000"/>
                  </a:schemeClr>
                </a:solidFill>
              </a:defRPr>
            </a:lvl8pPr>
            <a:lvl9pPr marL="5705856" indent="0">
              <a:buNone/>
              <a:defRPr sz="24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120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273" y="2847891"/>
            <a:ext cx="6412230" cy="6787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8098" y="2847891"/>
            <a:ext cx="6412230" cy="6787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361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569580"/>
            <a:ext cx="13013055" cy="20678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239" y="2622536"/>
            <a:ext cx="6382761" cy="1285265"/>
          </a:xfrm>
        </p:spPr>
        <p:txBody>
          <a:bodyPr anchor="b"/>
          <a:lstStyle>
            <a:lvl1pPr marL="0" indent="0">
              <a:buNone/>
              <a:defRPr sz="3744" b="1"/>
            </a:lvl1pPr>
            <a:lvl2pPr marL="713232" indent="0">
              <a:buNone/>
              <a:defRPr sz="3120" b="1"/>
            </a:lvl2pPr>
            <a:lvl3pPr marL="1426464" indent="0">
              <a:buNone/>
              <a:defRPr sz="2808" b="1"/>
            </a:lvl3pPr>
            <a:lvl4pPr marL="2139696" indent="0">
              <a:buNone/>
              <a:defRPr sz="2496" b="1"/>
            </a:lvl4pPr>
            <a:lvl5pPr marL="2852928" indent="0">
              <a:buNone/>
              <a:defRPr sz="2496" b="1"/>
            </a:lvl5pPr>
            <a:lvl6pPr marL="3566160" indent="0">
              <a:buNone/>
              <a:defRPr sz="2496" b="1"/>
            </a:lvl6pPr>
            <a:lvl7pPr marL="4279392" indent="0">
              <a:buNone/>
              <a:defRPr sz="2496" b="1"/>
            </a:lvl7pPr>
            <a:lvl8pPr marL="4992624" indent="0">
              <a:buNone/>
              <a:defRPr sz="2496" b="1"/>
            </a:lvl8pPr>
            <a:lvl9pPr marL="5705856" indent="0">
              <a:buNone/>
              <a:defRPr sz="24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9239" y="3907801"/>
            <a:ext cx="6382761" cy="574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8098" y="2622536"/>
            <a:ext cx="6414195" cy="1285265"/>
          </a:xfrm>
        </p:spPr>
        <p:txBody>
          <a:bodyPr anchor="b"/>
          <a:lstStyle>
            <a:lvl1pPr marL="0" indent="0">
              <a:buNone/>
              <a:defRPr sz="3744" b="1"/>
            </a:lvl1pPr>
            <a:lvl2pPr marL="713232" indent="0">
              <a:buNone/>
              <a:defRPr sz="3120" b="1"/>
            </a:lvl2pPr>
            <a:lvl3pPr marL="1426464" indent="0">
              <a:buNone/>
              <a:defRPr sz="2808" b="1"/>
            </a:lvl3pPr>
            <a:lvl4pPr marL="2139696" indent="0">
              <a:buNone/>
              <a:defRPr sz="2496" b="1"/>
            </a:lvl4pPr>
            <a:lvl5pPr marL="2852928" indent="0">
              <a:buNone/>
              <a:defRPr sz="2496" b="1"/>
            </a:lvl5pPr>
            <a:lvl6pPr marL="3566160" indent="0">
              <a:buNone/>
              <a:defRPr sz="2496" b="1"/>
            </a:lvl6pPr>
            <a:lvl7pPr marL="4279392" indent="0">
              <a:buNone/>
              <a:defRPr sz="2496" b="1"/>
            </a:lvl7pPr>
            <a:lvl8pPr marL="4992624" indent="0">
              <a:buNone/>
              <a:defRPr sz="2496" b="1"/>
            </a:lvl8pPr>
            <a:lvl9pPr marL="5705856" indent="0">
              <a:buNone/>
              <a:defRPr sz="24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8098" y="3907801"/>
            <a:ext cx="6414195" cy="574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176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902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375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713211"/>
            <a:ext cx="4866144" cy="2496238"/>
          </a:xfrm>
        </p:spPr>
        <p:txBody>
          <a:bodyPr anchor="b"/>
          <a:lstStyle>
            <a:lvl1pPr>
              <a:defRPr sz="49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195" y="1540340"/>
            <a:ext cx="7638098" cy="7602630"/>
          </a:xfrm>
        </p:spPr>
        <p:txBody>
          <a:bodyPr/>
          <a:lstStyle>
            <a:lvl1pPr>
              <a:defRPr sz="4992"/>
            </a:lvl1pPr>
            <a:lvl2pPr>
              <a:defRPr sz="4368"/>
            </a:lvl2pPr>
            <a:lvl3pPr>
              <a:defRPr sz="3744"/>
            </a:lvl3pPr>
            <a:lvl4pPr>
              <a:defRPr sz="3120"/>
            </a:lvl4pPr>
            <a:lvl5pPr>
              <a:defRPr sz="3120"/>
            </a:lvl5pPr>
            <a:lvl6pPr>
              <a:defRPr sz="3120"/>
            </a:lvl6pPr>
            <a:lvl7pPr>
              <a:defRPr sz="3120"/>
            </a:lvl7pPr>
            <a:lvl8pPr>
              <a:defRPr sz="3120"/>
            </a:lvl8pPr>
            <a:lvl9pPr>
              <a:defRPr sz="31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3209449"/>
            <a:ext cx="4866144" cy="5945901"/>
          </a:xfrm>
        </p:spPr>
        <p:txBody>
          <a:bodyPr/>
          <a:lstStyle>
            <a:lvl1pPr marL="0" indent="0">
              <a:buNone/>
              <a:defRPr sz="2496"/>
            </a:lvl1pPr>
            <a:lvl2pPr marL="713232" indent="0">
              <a:buNone/>
              <a:defRPr sz="2184"/>
            </a:lvl2pPr>
            <a:lvl3pPr marL="1426464" indent="0">
              <a:buNone/>
              <a:defRPr sz="1872"/>
            </a:lvl3pPr>
            <a:lvl4pPr marL="2139696" indent="0">
              <a:buNone/>
              <a:defRPr sz="1560"/>
            </a:lvl4pPr>
            <a:lvl5pPr marL="2852928" indent="0">
              <a:buNone/>
              <a:defRPr sz="1560"/>
            </a:lvl5pPr>
            <a:lvl6pPr marL="3566160" indent="0">
              <a:buNone/>
              <a:defRPr sz="1560"/>
            </a:lvl6pPr>
            <a:lvl7pPr marL="4279392" indent="0">
              <a:buNone/>
              <a:defRPr sz="1560"/>
            </a:lvl7pPr>
            <a:lvl8pPr marL="4992624" indent="0">
              <a:buNone/>
              <a:defRPr sz="1560"/>
            </a:lvl8pPr>
            <a:lvl9pPr marL="5705856" indent="0">
              <a:buNone/>
              <a:defRPr sz="15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6444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713211"/>
            <a:ext cx="4866144" cy="2496238"/>
          </a:xfrm>
        </p:spPr>
        <p:txBody>
          <a:bodyPr anchor="b"/>
          <a:lstStyle>
            <a:lvl1pPr>
              <a:defRPr sz="49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14195" y="1540340"/>
            <a:ext cx="7638098" cy="7602630"/>
          </a:xfrm>
        </p:spPr>
        <p:txBody>
          <a:bodyPr anchor="t"/>
          <a:lstStyle>
            <a:lvl1pPr marL="0" indent="0">
              <a:buNone/>
              <a:defRPr sz="4992"/>
            </a:lvl1pPr>
            <a:lvl2pPr marL="713232" indent="0">
              <a:buNone/>
              <a:defRPr sz="4368"/>
            </a:lvl2pPr>
            <a:lvl3pPr marL="1426464" indent="0">
              <a:buNone/>
              <a:defRPr sz="3744"/>
            </a:lvl3pPr>
            <a:lvl4pPr marL="2139696" indent="0">
              <a:buNone/>
              <a:defRPr sz="3120"/>
            </a:lvl4pPr>
            <a:lvl5pPr marL="2852928" indent="0">
              <a:buNone/>
              <a:defRPr sz="3120"/>
            </a:lvl5pPr>
            <a:lvl6pPr marL="3566160" indent="0">
              <a:buNone/>
              <a:defRPr sz="3120"/>
            </a:lvl6pPr>
            <a:lvl7pPr marL="4279392" indent="0">
              <a:buNone/>
              <a:defRPr sz="3120"/>
            </a:lvl7pPr>
            <a:lvl8pPr marL="4992624" indent="0">
              <a:buNone/>
              <a:defRPr sz="3120"/>
            </a:lvl8pPr>
            <a:lvl9pPr marL="5705856" indent="0">
              <a:buNone/>
              <a:defRPr sz="31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3209449"/>
            <a:ext cx="4866144" cy="5945901"/>
          </a:xfrm>
        </p:spPr>
        <p:txBody>
          <a:bodyPr/>
          <a:lstStyle>
            <a:lvl1pPr marL="0" indent="0">
              <a:buNone/>
              <a:defRPr sz="2496"/>
            </a:lvl1pPr>
            <a:lvl2pPr marL="713232" indent="0">
              <a:buNone/>
              <a:defRPr sz="2184"/>
            </a:lvl2pPr>
            <a:lvl3pPr marL="1426464" indent="0">
              <a:buNone/>
              <a:defRPr sz="1872"/>
            </a:lvl3pPr>
            <a:lvl4pPr marL="2139696" indent="0">
              <a:buNone/>
              <a:defRPr sz="1560"/>
            </a:lvl4pPr>
            <a:lvl5pPr marL="2852928" indent="0">
              <a:buNone/>
              <a:defRPr sz="1560"/>
            </a:lvl5pPr>
            <a:lvl6pPr marL="3566160" indent="0">
              <a:buNone/>
              <a:defRPr sz="1560"/>
            </a:lvl6pPr>
            <a:lvl7pPr marL="4279392" indent="0">
              <a:buNone/>
              <a:defRPr sz="1560"/>
            </a:lvl7pPr>
            <a:lvl8pPr marL="4992624" indent="0">
              <a:buNone/>
              <a:defRPr sz="1560"/>
            </a:lvl8pPr>
            <a:lvl9pPr marL="5705856" indent="0">
              <a:buNone/>
              <a:defRPr sz="15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190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3680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7064" y="569578"/>
            <a:ext cx="3253264" cy="9066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7273" y="569578"/>
            <a:ext cx="9571196" cy="906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1221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7273" y="569580"/>
            <a:ext cx="13013055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273" y="2847891"/>
            <a:ext cx="13013055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7273" y="9915615"/>
            <a:ext cx="3394710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7768" y="9915615"/>
            <a:ext cx="5092065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5618" y="9915615"/>
            <a:ext cx="3394710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409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26464" rtl="0" eaLnBrk="1" latinLnBrk="0" hangingPunct="1">
        <a:lnSpc>
          <a:spcPct val="90000"/>
        </a:lnSpc>
        <a:spcBef>
          <a:spcPct val="0"/>
        </a:spcBef>
        <a:buNone/>
        <a:defRPr sz="68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616" indent="-356616" algn="l" defTabSz="1426464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4368" kern="1200">
          <a:solidFill>
            <a:schemeClr val="tx1"/>
          </a:solidFill>
          <a:latin typeface="+mn-lt"/>
          <a:ea typeface="+mn-ea"/>
          <a:cs typeface="+mn-cs"/>
        </a:defRPr>
      </a:lvl1pPr>
      <a:lvl2pPr marL="106984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4" kern="1200">
          <a:solidFill>
            <a:schemeClr val="tx1"/>
          </a:solidFill>
          <a:latin typeface="+mn-lt"/>
          <a:ea typeface="+mn-ea"/>
          <a:cs typeface="+mn-cs"/>
        </a:defRPr>
      </a:lvl2pPr>
      <a:lvl3pPr marL="178308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49631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3209544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922776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63600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534924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606247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1pPr>
      <a:lvl2pPr marL="71323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2pPr>
      <a:lvl3pPr marL="142646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3pPr>
      <a:lvl4pPr marL="213969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2852928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56616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27939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499262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570585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9C8AFF9-233F-46A4-852E-5A69970F996D}"/>
              </a:ext>
            </a:extLst>
          </p:cNvPr>
          <p:cNvSpPr/>
          <p:nvPr/>
        </p:nvSpPr>
        <p:spPr>
          <a:xfrm>
            <a:off x="61582" y="56357"/>
            <a:ext cx="14964435" cy="154435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3015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0B5FB-EFFA-1D21-7C4F-C021D0B5B74E}"/>
              </a:ext>
            </a:extLst>
          </p:cNvPr>
          <p:cNvSpPr/>
          <p:nvPr/>
        </p:nvSpPr>
        <p:spPr>
          <a:xfrm>
            <a:off x="0" y="9378940"/>
            <a:ext cx="15087600" cy="13262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3015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E722E-F030-1090-5C24-39D83ABC3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86" y="9714269"/>
            <a:ext cx="769610" cy="7696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01E905-01C0-983F-F413-9FFA15B7C626}"/>
              </a:ext>
            </a:extLst>
          </p:cNvPr>
          <p:cNvSpPr txBox="1"/>
          <p:nvPr/>
        </p:nvSpPr>
        <p:spPr>
          <a:xfrm>
            <a:off x="61581" y="508151"/>
            <a:ext cx="10383353" cy="625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65" b="1" dirty="0">
                <a:solidFill>
                  <a:schemeClr val="bg1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 Gamified Cyber Awareness 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43FEE-9315-B1E6-20ED-DF0582C7CA75}"/>
              </a:ext>
            </a:extLst>
          </p:cNvPr>
          <p:cNvSpPr txBox="1"/>
          <p:nvPr/>
        </p:nvSpPr>
        <p:spPr>
          <a:xfrm>
            <a:off x="214889" y="1963306"/>
            <a:ext cx="287663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7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Introduction</a:t>
            </a:r>
            <a:endParaRPr lang="en-MY" sz="396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B28A6-CE6C-70AE-5DFD-B9078B797922}"/>
              </a:ext>
            </a:extLst>
          </p:cNvPr>
          <p:cNvSpPr txBox="1"/>
          <p:nvPr/>
        </p:nvSpPr>
        <p:spPr>
          <a:xfrm>
            <a:off x="11948480" y="1989171"/>
            <a:ext cx="2609911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7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Conclusion</a:t>
            </a:r>
            <a:endParaRPr lang="en-MY" sz="396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6A306-2A9A-9E80-2D15-62623C28B622}"/>
              </a:ext>
            </a:extLst>
          </p:cNvPr>
          <p:cNvSpPr txBox="1"/>
          <p:nvPr/>
        </p:nvSpPr>
        <p:spPr>
          <a:xfrm>
            <a:off x="4531567" y="1989171"/>
            <a:ext cx="5913367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7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Project Objectives &amp; Details</a:t>
            </a:r>
            <a:endParaRPr lang="en-MY" sz="396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96150-E8DF-E052-6C99-18414358B507}"/>
              </a:ext>
            </a:extLst>
          </p:cNvPr>
          <p:cNvSpPr txBox="1"/>
          <p:nvPr/>
        </p:nvSpPr>
        <p:spPr>
          <a:xfrm>
            <a:off x="146279" y="3199011"/>
            <a:ext cx="29830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Phishing is the top cyber incident in the fraud category.</a:t>
            </a:r>
          </a:p>
          <a:p>
            <a:pPr algn="ctr"/>
            <a:endParaRPr lang="en-US" sz="20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endParaRPr lang="en-US" sz="20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With </a:t>
            </a:r>
            <a:r>
              <a:rPr lang="en-US" sz="2000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1160 incidents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 months July, August and September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2025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according to </a:t>
            </a:r>
            <a:r>
              <a:rPr lang="en-US" sz="2000" b="1" dirty="0" err="1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MyCERT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.</a:t>
            </a:r>
            <a:endParaRPr lang="en-MY" sz="36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CE91B-0E6C-62D5-3434-80B61A9CCC2C}"/>
              </a:ext>
            </a:extLst>
          </p:cNvPr>
          <p:cNvSpPr txBox="1"/>
          <p:nvPr/>
        </p:nvSpPr>
        <p:spPr>
          <a:xfrm>
            <a:off x="133715" y="6744194"/>
            <a:ext cx="30205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Current methods of training such as PowerPoint reading and Q&amp;A Forms are insufficient.</a:t>
            </a:r>
            <a:endParaRPr lang="en-MY" sz="36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612BE-FF0E-550D-5CAF-93203C5DA916}"/>
              </a:ext>
            </a:extLst>
          </p:cNvPr>
          <p:cNvSpPr txBox="1"/>
          <p:nvPr/>
        </p:nvSpPr>
        <p:spPr>
          <a:xfrm>
            <a:off x="4327028" y="3012300"/>
            <a:ext cx="6332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project aims to increase the general public’s cyber awareness via game as it is more stimulating and entertaining.</a:t>
            </a:r>
            <a:endParaRPr lang="en-MY" sz="36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52A22-F119-8554-27CD-35D423088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38" y="9716104"/>
            <a:ext cx="769610" cy="76961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E5657D-4A25-8469-40A7-3B97E20F42D1}"/>
              </a:ext>
            </a:extLst>
          </p:cNvPr>
          <p:cNvCxnSpPr>
            <a:cxnSpLocks/>
          </p:cNvCxnSpPr>
          <p:nvPr/>
        </p:nvCxnSpPr>
        <p:spPr>
          <a:xfrm>
            <a:off x="3344418" y="2164080"/>
            <a:ext cx="0" cy="7076441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B294AE-D21A-DA24-FC67-C687A8EFD51C}"/>
              </a:ext>
            </a:extLst>
          </p:cNvPr>
          <p:cNvCxnSpPr>
            <a:cxnSpLocks/>
          </p:cNvCxnSpPr>
          <p:nvPr/>
        </p:nvCxnSpPr>
        <p:spPr>
          <a:xfrm flipH="1">
            <a:off x="11453601" y="2164080"/>
            <a:ext cx="100986" cy="7076441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ECC134-62ED-3A7E-D9E6-55350F23B3C9}"/>
              </a:ext>
            </a:extLst>
          </p:cNvPr>
          <p:cNvSpPr txBox="1"/>
          <p:nvPr/>
        </p:nvSpPr>
        <p:spPr>
          <a:xfrm>
            <a:off x="11881571" y="2950318"/>
            <a:ext cx="28374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User learns better when they have more interaction and feedback. It also helps improve retention.</a:t>
            </a:r>
            <a:endParaRPr lang="en-MY" sz="36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E9271FC-C6D9-BA64-6D70-8FF4603DC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5574" y="8205849"/>
            <a:ext cx="820352" cy="8203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86486A-1F65-4B0B-01A4-ABD36D0BE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601" y="8205848"/>
            <a:ext cx="820354" cy="8203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96F2DB-4AB1-225C-9535-3CA2470C7D70}"/>
              </a:ext>
            </a:extLst>
          </p:cNvPr>
          <p:cNvSpPr txBox="1"/>
          <p:nvPr/>
        </p:nvSpPr>
        <p:spPr>
          <a:xfrm>
            <a:off x="8813146" y="5722211"/>
            <a:ext cx="2210374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8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Identify Threats</a:t>
            </a:r>
            <a:endParaRPr lang="en-MY" sz="2475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BBEAD-04B3-EFBC-4B96-708E2B3E2C84}"/>
              </a:ext>
            </a:extLst>
          </p:cNvPr>
          <p:cNvSpPr txBox="1"/>
          <p:nvPr/>
        </p:nvSpPr>
        <p:spPr>
          <a:xfrm>
            <a:off x="11881571" y="4998588"/>
            <a:ext cx="28374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game is a place where users can experience what happens if they are not equipped with cyber awareness.</a:t>
            </a:r>
            <a:endParaRPr lang="en-MY" sz="36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A0CD4A-4E69-E114-9DE0-92AB79E845E4}"/>
              </a:ext>
            </a:extLst>
          </p:cNvPr>
          <p:cNvSpPr txBox="1"/>
          <p:nvPr/>
        </p:nvSpPr>
        <p:spPr>
          <a:xfrm>
            <a:off x="7741878" y="8843489"/>
            <a:ext cx="290149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8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Explore What Happens</a:t>
            </a:r>
            <a:endParaRPr lang="en-MY" sz="198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27B4242-99DE-CD4C-B077-72D77AAE39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458" y="4289942"/>
            <a:ext cx="4338020" cy="273295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2C1705B-2005-8953-67EB-F95EDDFADC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378" y="4790076"/>
            <a:ext cx="314410" cy="31441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3536053-5F14-AC30-9B5A-EDABA20F1C79}"/>
              </a:ext>
            </a:extLst>
          </p:cNvPr>
          <p:cNvSpPr txBox="1"/>
          <p:nvPr/>
        </p:nvSpPr>
        <p:spPr>
          <a:xfrm>
            <a:off x="4623281" y="7086357"/>
            <a:ext cx="2210374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8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Complete Tasks</a:t>
            </a:r>
            <a:endParaRPr lang="en-MY" sz="2475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5AF918-939B-9BF9-A9D8-AEFCC32EB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489" y="2325679"/>
            <a:ext cx="849283" cy="84928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95704F5-766B-11D8-8A23-62144616AB5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992" y="2939295"/>
            <a:ext cx="351188" cy="3511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96C3733-E164-E0CB-7ABB-A96CF057C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066" y="4519769"/>
            <a:ext cx="3070535" cy="111494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E6023A-352C-0804-E757-A2716DA63B8A}"/>
              </a:ext>
            </a:extLst>
          </p:cNvPr>
          <p:cNvSpPr txBox="1"/>
          <p:nvPr/>
        </p:nvSpPr>
        <p:spPr>
          <a:xfrm>
            <a:off x="9784460" y="314355"/>
            <a:ext cx="5187726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80" dirty="0">
                <a:solidFill>
                  <a:schemeClr val="bg1"/>
                </a:solidFill>
                <a:latin typeface="Segoe UI Variable Text Semibold" pitchFamily="2" charset="0"/>
              </a:rPr>
              <a:t>Wong Kai Lun</a:t>
            </a:r>
          </a:p>
          <a:p>
            <a:pPr algn="ctr"/>
            <a:r>
              <a:rPr lang="en-US" sz="1980" dirty="0">
                <a:solidFill>
                  <a:schemeClr val="bg1"/>
                </a:solidFill>
                <a:latin typeface="Segoe UI Variable Text Semibold" pitchFamily="2" charset="0"/>
              </a:rPr>
              <a:t>kai.l.</a:t>
            </a:r>
            <a:r>
              <a:rPr lang="en-US" sz="198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wong</a:t>
            </a:r>
            <a:r>
              <a:rPr lang="en-US" sz="1980" dirty="0">
                <a:solidFill>
                  <a:schemeClr val="bg1"/>
                </a:solidFill>
                <a:latin typeface="Segoe UI Variable Text Semibold" pitchFamily="2" charset="0"/>
              </a:rPr>
              <a:t>@students.plymouth.ac.uk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Segoe UI Variable Text Semibold" pitchFamily="2" charset="0"/>
              </a:rPr>
              <a:t>BSSE2409079</a:t>
            </a:r>
            <a:r>
              <a:rPr lang="en-US" sz="1980" dirty="0">
                <a:solidFill>
                  <a:schemeClr val="bg1"/>
                </a:solidFill>
                <a:latin typeface="Segoe UI Variable Text Semibold" pitchFamily="2" charset="0"/>
              </a:rPr>
              <a:t>@peninsulamalaysia.edu.my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DEB22-07C6-0FDA-E6B9-6DC065A419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43" y="6474377"/>
            <a:ext cx="4178165" cy="2348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75E7D-569C-7F4C-B657-CF5EF72FA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960" y="9530992"/>
            <a:ext cx="3796925" cy="10633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50B0C5-DF5A-E06C-8EBA-B7C0201C2C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645" y="9769826"/>
            <a:ext cx="2468701" cy="5856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A8A7CAA-3A4F-8E24-8D98-CCA863CF50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895" y="9743000"/>
            <a:ext cx="1124278" cy="688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D256E4-7533-1DED-642D-AF67B134177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9717" y="7504232"/>
            <a:ext cx="1577628" cy="15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F22AD9-70E1-55FD-A32F-3BEDF58594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3" y="122868"/>
            <a:ext cx="1118129" cy="14189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DA4A5A2-97DF-0D6F-9837-7D9E94AA14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946" y="9667357"/>
            <a:ext cx="3648966" cy="79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0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318</TotalTime>
  <Words>140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Semibold</vt:lpstr>
      <vt:lpstr>Segoe UI Variable Text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 Kai Lun</dc:creator>
  <cp:lastModifiedBy>Wong Kai Lun</cp:lastModifiedBy>
  <cp:revision>102</cp:revision>
  <dcterms:created xsi:type="dcterms:W3CDTF">2026-01-20T05:58:55Z</dcterms:created>
  <dcterms:modified xsi:type="dcterms:W3CDTF">2026-02-20T04:20:19Z</dcterms:modified>
</cp:coreProperties>
</file>