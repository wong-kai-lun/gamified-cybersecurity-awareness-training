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B1B1"/>
    <a:srgbClr val="E5D9D9"/>
    <a:srgbClr val="90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F536D4-5AD4-47C9-A79C-2673FA22EA42}" v="15" dt="2026-02-10T06:43:25.4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4" autoAdjust="0"/>
    <p:restoredTop sz="94660"/>
  </p:normalViewPr>
  <p:slideViewPr>
    <p:cSldViewPr snapToGrid="0">
      <p:cViewPr varScale="1">
        <p:scale>
          <a:sx n="82" d="100"/>
          <a:sy n="82" d="100"/>
        </p:scale>
        <p:origin x="9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ng Kai Lun" userId="cad839aae36bdfc9" providerId="LiveId" clId="{C4808D16-DFB4-48D5-8990-F81D368E6ACD}"/>
    <pc:docChg chg="undo custSel modSld">
      <pc:chgData name="Wong Kai Lun" userId="cad839aae36bdfc9" providerId="LiveId" clId="{C4808D16-DFB4-48D5-8990-F81D368E6ACD}" dt="2026-02-10T06:49:47.014" v="751" actId="1076"/>
      <pc:docMkLst>
        <pc:docMk/>
      </pc:docMkLst>
      <pc:sldChg chg="addSp delSp modSp mod">
        <pc:chgData name="Wong Kai Lun" userId="cad839aae36bdfc9" providerId="LiveId" clId="{C4808D16-DFB4-48D5-8990-F81D368E6ACD}" dt="2026-02-10T06:49:47.014" v="751" actId="1076"/>
        <pc:sldMkLst>
          <pc:docMk/>
          <pc:sldMk cId="4060109789" sldId="256"/>
        </pc:sldMkLst>
        <pc:spChg chg="mod">
          <ac:chgData name="Wong Kai Lun" userId="cad839aae36bdfc9" providerId="LiveId" clId="{C4808D16-DFB4-48D5-8990-F81D368E6ACD}" dt="2026-02-10T05:42:23.520" v="11" actId="2711"/>
          <ac:spMkLst>
            <pc:docMk/>
            <pc:sldMk cId="4060109789" sldId="256"/>
            <ac:spMk id="5" creationId="{E5C0B5FB-EFFA-1D21-7C4F-C021D0B5B74E}"/>
          </ac:spMkLst>
        </pc:spChg>
        <pc:spChg chg="mod">
          <ac:chgData name="Wong Kai Lun" userId="cad839aae36bdfc9" providerId="LiveId" clId="{C4808D16-DFB4-48D5-8990-F81D368E6ACD}" dt="2026-02-10T05:42:23.520" v="11" actId="2711"/>
          <ac:spMkLst>
            <pc:docMk/>
            <pc:sldMk cId="4060109789" sldId="256"/>
            <ac:spMk id="9" creationId="{1AE746C6-5859-9C98-AFBA-3A27F9F7970B}"/>
          </ac:spMkLst>
        </pc:spChg>
        <pc:spChg chg="mod">
          <ac:chgData name="Wong Kai Lun" userId="cad839aae36bdfc9" providerId="LiveId" clId="{C4808D16-DFB4-48D5-8990-F81D368E6ACD}" dt="2026-02-10T06:49:37.566" v="748" actId="1076"/>
          <ac:spMkLst>
            <pc:docMk/>
            <pc:sldMk cId="4060109789" sldId="256"/>
            <ac:spMk id="10" creationId="{04ECC134-62ED-3A7E-D9E6-55350F23B3C9}"/>
          </ac:spMkLst>
        </pc:spChg>
        <pc:spChg chg="mod">
          <ac:chgData name="Wong Kai Lun" userId="cad839aae36bdfc9" providerId="LiveId" clId="{C4808D16-DFB4-48D5-8990-F81D368E6ACD}" dt="2026-02-10T05:42:23.520" v="11" actId="2711"/>
          <ac:spMkLst>
            <pc:docMk/>
            <pc:sldMk cId="4060109789" sldId="256"/>
            <ac:spMk id="12" creationId="{8C78E3EA-7E16-61C5-582C-25EBF35730E0}"/>
          </ac:spMkLst>
        </pc:spChg>
        <pc:spChg chg="mod">
          <ac:chgData name="Wong Kai Lun" userId="cad839aae36bdfc9" providerId="LiveId" clId="{C4808D16-DFB4-48D5-8990-F81D368E6ACD}" dt="2026-02-10T06:48:04.590" v="733" actId="1076"/>
          <ac:spMkLst>
            <pc:docMk/>
            <pc:sldMk cId="4060109789" sldId="256"/>
            <ac:spMk id="13" creationId="{F001E905-01C0-983F-F413-9FFA15B7C626}"/>
          </ac:spMkLst>
        </pc:spChg>
        <pc:spChg chg="del mod ord">
          <ac:chgData name="Wong Kai Lun" userId="cad839aae36bdfc9" providerId="LiveId" clId="{C4808D16-DFB4-48D5-8990-F81D368E6ACD}" dt="2026-02-10T06:12:21.147" v="457" actId="478"/>
          <ac:spMkLst>
            <pc:docMk/>
            <pc:sldMk cId="4060109789" sldId="256"/>
            <ac:spMk id="15" creationId="{8372FF59-9250-AEB1-2C51-2EC909AE4A06}"/>
          </ac:spMkLst>
        </pc:spChg>
        <pc:spChg chg="mod">
          <ac:chgData name="Wong Kai Lun" userId="cad839aae36bdfc9" providerId="LiveId" clId="{C4808D16-DFB4-48D5-8990-F81D368E6ACD}" dt="2026-02-10T06:48:33.414" v="737" actId="1076"/>
          <ac:spMkLst>
            <pc:docMk/>
            <pc:sldMk cId="4060109789" sldId="256"/>
            <ac:spMk id="16" creationId="{DBC43FEE-9315-B1E6-20ED-DF0582C7CA75}"/>
          </ac:spMkLst>
        </pc:spChg>
        <pc:spChg chg="mod">
          <ac:chgData name="Wong Kai Lun" userId="cad839aae36bdfc9" providerId="LiveId" clId="{C4808D16-DFB4-48D5-8990-F81D368E6ACD}" dt="2026-02-10T06:48:19.772" v="736" actId="1076"/>
          <ac:spMkLst>
            <pc:docMk/>
            <pc:sldMk cId="4060109789" sldId="256"/>
            <ac:spMk id="17" creationId="{B01B28A6-CE6C-70AE-5DFD-B9078B797922}"/>
          </ac:spMkLst>
        </pc:spChg>
        <pc:spChg chg="add del mod">
          <ac:chgData name="Wong Kai Lun" userId="cad839aae36bdfc9" providerId="LiveId" clId="{C4808D16-DFB4-48D5-8990-F81D368E6ACD}" dt="2026-02-10T06:44:04.090" v="611" actId="1076"/>
          <ac:spMkLst>
            <pc:docMk/>
            <pc:sldMk cId="4060109789" sldId="256"/>
            <ac:spMk id="18" creationId="{5AC6A306-2A9A-9E80-2D15-62623C28B622}"/>
          </ac:spMkLst>
        </pc:spChg>
        <pc:spChg chg="mod">
          <ac:chgData name="Wong Kai Lun" userId="cad839aae36bdfc9" providerId="LiveId" clId="{C4808D16-DFB4-48D5-8990-F81D368E6ACD}" dt="2026-02-10T06:49:04.828" v="743" actId="1076"/>
          <ac:spMkLst>
            <pc:docMk/>
            <pc:sldMk cId="4060109789" sldId="256"/>
            <ac:spMk id="19" creationId="{AE896150-E8DF-E052-6C99-18414358B507}"/>
          </ac:spMkLst>
        </pc:spChg>
        <pc:spChg chg="mod">
          <ac:chgData name="Wong Kai Lun" userId="cad839aae36bdfc9" providerId="LiveId" clId="{C4808D16-DFB4-48D5-8990-F81D368E6ACD}" dt="2026-02-10T06:49:00.998" v="741" actId="1076"/>
          <ac:spMkLst>
            <pc:docMk/>
            <pc:sldMk cId="4060109789" sldId="256"/>
            <ac:spMk id="20" creationId="{76ECE91B-0E6C-62D5-3434-80B61A9CCC2C}"/>
          </ac:spMkLst>
        </pc:spChg>
        <pc:spChg chg="mod">
          <ac:chgData name="Wong Kai Lun" userId="cad839aae36bdfc9" providerId="LiveId" clId="{C4808D16-DFB4-48D5-8990-F81D368E6ACD}" dt="2026-02-10T06:49:27.982" v="746" actId="1076"/>
          <ac:spMkLst>
            <pc:docMk/>
            <pc:sldMk cId="4060109789" sldId="256"/>
            <ac:spMk id="21" creationId="{4BA612BE-FF0E-550D-5CAF-93203C5DA916}"/>
          </ac:spMkLst>
        </pc:spChg>
        <pc:spChg chg="add mod">
          <ac:chgData name="Wong Kai Lun" userId="cad839aae36bdfc9" providerId="LiveId" clId="{C4808D16-DFB4-48D5-8990-F81D368E6ACD}" dt="2026-02-10T06:49:32.502" v="747" actId="1076"/>
          <ac:spMkLst>
            <pc:docMk/>
            <pc:sldMk cId="4060109789" sldId="256"/>
            <ac:spMk id="30" creationId="{3C96F2DB-4AB1-225C-9535-3CA2470C7D70}"/>
          </ac:spMkLst>
        </pc:spChg>
        <pc:spChg chg="add del mod">
          <ac:chgData name="Wong Kai Lun" userId="cad839aae36bdfc9" providerId="LiveId" clId="{C4808D16-DFB4-48D5-8990-F81D368E6ACD}" dt="2026-02-10T06:11:08.657" v="427" actId="478"/>
          <ac:spMkLst>
            <pc:docMk/>
            <pc:sldMk cId="4060109789" sldId="256"/>
            <ac:spMk id="31" creationId="{57ABBBFD-1122-A8F3-1463-C0735AFC3225}"/>
          </ac:spMkLst>
        </pc:spChg>
        <pc:spChg chg="add mod">
          <ac:chgData name="Wong Kai Lun" userId="cad839aae36bdfc9" providerId="LiveId" clId="{C4808D16-DFB4-48D5-8990-F81D368E6ACD}" dt="2026-02-10T06:49:40.299" v="749" actId="1076"/>
          <ac:spMkLst>
            <pc:docMk/>
            <pc:sldMk cId="4060109789" sldId="256"/>
            <ac:spMk id="32" creationId="{6C5BBEAD-04B3-EFBC-4B96-708E2B3E2C84}"/>
          </ac:spMkLst>
        </pc:spChg>
        <pc:spChg chg="add mod">
          <ac:chgData name="Wong Kai Lun" userId="cad839aae36bdfc9" providerId="LiveId" clId="{C4808D16-DFB4-48D5-8990-F81D368E6ACD}" dt="2026-02-10T06:43:52.574" v="607" actId="1076"/>
          <ac:spMkLst>
            <pc:docMk/>
            <pc:sldMk cId="4060109789" sldId="256"/>
            <ac:spMk id="37" creationId="{6EA0CD4A-4E69-E114-9DE0-92AB79E845E4}"/>
          </ac:spMkLst>
        </pc:spChg>
        <pc:spChg chg="add mod">
          <ac:chgData name="Wong Kai Lun" userId="cad839aae36bdfc9" providerId="LiveId" clId="{C4808D16-DFB4-48D5-8990-F81D368E6ACD}" dt="2026-02-10T06:43:57.621" v="608" actId="1076"/>
          <ac:spMkLst>
            <pc:docMk/>
            <pc:sldMk cId="4060109789" sldId="256"/>
            <ac:spMk id="43" creationId="{63536053-5F14-AC30-9B5A-EDABA20F1C79}"/>
          </ac:spMkLst>
        </pc:spChg>
        <pc:spChg chg="add del mod">
          <ac:chgData name="Wong Kai Lun" userId="cad839aae36bdfc9" providerId="LiveId" clId="{C4808D16-DFB4-48D5-8990-F81D368E6ACD}" dt="2026-02-10T06:43:01.399" v="559"/>
          <ac:spMkLst>
            <pc:docMk/>
            <pc:sldMk cId="4060109789" sldId="256"/>
            <ac:spMk id="58" creationId="{03264F81-9567-B55A-000F-E74C6796131D}"/>
          </ac:spMkLst>
        </pc:spChg>
        <pc:spChg chg="add mod">
          <ac:chgData name="Wong Kai Lun" userId="cad839aae36bdfc9" providerId="LiveId" clId="{C4808D16-DFB4-48D5-8990-F81D368E6ACD}" dt="2026-02-10T06:47:08.473" v="726" actId="1076"/>
          <ac:spMkLst>
            <pc:docMk/>
            <pc:sldMk cId="4060109789" sldId="256"/>
            <ac:spMk id="61" creationId="{7BE6023A-352C-0804-E757-A2716DA63B8A}"/>
          </ac:spMkLst>
        </pc:spChg>
        <pc:spChg chg="add mod ord">
          <ac:chgData name="Wong Kai Lun" userId="cad839aae36bdfc9" providerId="LiveId" clId="{C4808D16-DFB4-48D5-8990-F81D368E6ACD}" dt="2026-02-10T06:47:03.149" v="725" actId="14100"/>
          <ac:spMkLst>
            <pc:docMk/>
            <pc:sldMk cId="4060109789" sldId="256"/>
            <ac:spMk id="65" creationId="{79C8AFF9-233F-46A4-852E-5A69970F996D}"/>
          </ac:spMkLst>
        </pc:spChg>
        <pc:picChg chg="del mod">
          <ac:chgData name="Wong Kai Lun" userId="cad839aae36bdfc9" providerId="LiveId" clId="{C4808D16-DFB4-48D5-8990-F81D368E6ACD}" dt="2026-02-10T06:44:19.918" v="617" actId="478"/>
          <ac:picMkLst>
            <pc:docMk/>
            <pc:sldMk cId="4060109789" sldId="256"/>
            <ac:picMk id="4" creationId="{1959A9DF-C983-3BF1-FD34-3B00DBC39BB7}"/>
          </ac:picMkLst>
        </pc:picChg>
        <pc:picChg chg="del">
          <ac:chgData name="Wong Kai Lun" userId="cad839aae36bdfc9" providerId="LiveId" clId="{C4808D16-DFB4-48D5-8990-F81D368E6ACD}" dt="2026-02-10T06:42:45.246" v="554" actId="478"/>
          <ac:picMkLst>
            <pc:docMk/>
            <pc:sldMk cId="4060109789" sldId="256"/>
            <ac:picMk id="6" creationId="{F9C1F8A5-563E-3853-759F-ABE11E33D47F}"/>
          </ac:picMkLst>
        </pc:picChg>
        <pc:picChg chg="del mod ord">
          <ac:chgData name="Wong Kai Lun" userId="cad839aae36bdfc9" providerId="LiveId" clId="{C4808D16-DFB4-48D5-8990-F81D368E6ACD}" dt="2026-02-10T06:43:01.393" v="557" actId="478"/>
          <ac:picMkLst>
            <pc:docMk/>
            <pc:sldMk cId="4060109789" sldId="256"/>
            <ac:picMk id="7" creationId="{D3922368-F292-AFC4-AD5D-C89D2EB3EA71}"/>
          </ac:picMkLst>
        </pc:picChg>
        <pc:picChg chg="add del mod ord">
          <ac:chgData name="Wong Kai Lun" userId="cad839aae36bdfc9" providerId="LiveId" clId="{C4808D16-DFB4-48D5-8990-F81D368E6ACD}" dt="2026-02-10T06:18:14.549" v="461" actId="478"/>
          <ac:picMkLst>
            <pc:docMk/>
            <pc:sldMk cId="4060109789" sldId="256"/>
            <ac:picMk id="23" creationId="{183A16AC-F1B0-9D06-EF17-EA3AF3B1C4FA}"/>
          </ac:picMkLst>
        </pc:picChg>
        <pc:picChg chg="add del mod">
          <ac:chgData name="Wong Kai Lun" userId="cad839aae36bdfc9" providerId="LiveId" clId="{C4808D16-DFB4-48D5-8990-F81D368E6ACD}" dt="2026-02-10T06:19:38.452" v="462" actId="478"/>
          <ac:picMkLst>
            <pc:docMk/>
            <pc:sldMk cId="4060109789" sldId="256"/>
            <ac:picMk id="25" creationId="{9A9FAEE7-346A-12A6-5A0D-5CC59B47A86D}"/>
          </ac:picMkLst>
        </pc:picChg>
        <pc:picChg chg="add mod">
          <ac:chgData name="Wong Kai Lun" userId="cad839aae36bdfc9" providerId="LiveId" clId="{C4808D16-DFB4-48D5-8990-F81D368E6ACD}" dt="2026-02-10T06:49:47.014" v="751" actId="1076"/>
          <ac:picMkLst>
            <pc:docMk/>
            <pc:sldMk cId="4060109789" sldId="256"/>
            <ac:picMk id="27" creationId="{4E9271FC-C6D9-BA64-6D70-8FF4603DC81F}"/>
          </ac:picMkLst>
        </pc:picChg>
        <pc:picChg chg="add mod">
          <ac:chgData name="Wong Kai Lun" userId="cad839aae36bdfc9" providerId="LiveId" clId="{C4808D16-DFB4-48D5-8990-F81D368E6ACD}" dt="2026-02-10T06:49:45.247" v="750" actId="1076"/>
          <ac:picMkLst>
            <pc:docMk/>
            <pc:sldMk cId="4060109789" sldId="256"/>
            <ac:picMk id="29" creationId="{B986486A-1F65-4B0B-01A4-ABD36D0BE7FD}"/>
          </ac:picMkLst>
        </pc:picChg>
        <pc:picChg chg="add del mod">
          <ac:chgData name="Wong Kai Lun" userId="cad839aae36bdfc9" providerId="LiveId" clId="{C4808D16-DFB4-48D5-8990-F81D368E6ACD}" dt="2026-02-10T06:10:18.070" v="413" actId="478"/>
          <ac:picMkLst>
            <pc:docMk/>
            <pc:sldMk cId="4060109789" sldId="256"/>
            <ac:picMk id="33" creationId="{4532F861-B0D5-597A-1A7C-5BE852BABE92}"/>
          </ac:picMkLst>
        </pc:picChg>
        <pc:picChg chg="add del mod">
          <ac:chgData name="Wong Kai Lun" userId="cad839aae36bdfc9" providerId="LiveId" clId="{C4808D16-DFB4-48D5-8990-F81D368E6ACD}" dt="2026-02-10T06:29:27.790" v="528" actId="478"/>
          <ac:picMkLst>
            <pc:docMk/>
            <pc:sldMk cId="4060109789" sldId="256"/>
            <ac:picMk id="34" creationId="{2FCBA610-C03E-6948-0676-2B290E698938}"/>
          </ac:picMkLst>
        </pc:picChg>
        <pc:picChg chg="add del mod">
          <ac:chgData name="Wong Kai Lun" userId="cad839aae36bdfc9" providerId="LiveId" clId="{C4808D16-DFB4-48D5-8990-F81D368E6ACD}" dt="2026-02-10T06:11:07.493" v="426" actId="478"/>
          <ac:picMkLst>
            <pc:docMk/>
            <pc:sldMk cId="4060109789" sldId="256"/>
            <ac:picMk id="35" creationId="{3C9606F4-FE54-C394-00ED-29807ECFC456}"/>
          </ac:picMkLst>
        </pc:picChg>
        <pc:picChg chg="add del mod">
          <ac:chgData name="Wong Kai Lun" userId="cad839aae36bdfc9" providerId="LiveId" clId="{C4808D16-DFB4-48D5-8990-F81D368E6ACD}" dt="2026-02-10T05:57:21.681" v="364" actId="478"/>
          <ac:picMkLst>
            <pc:docMk/>
            <pc:sldMk cId="4060109789" sldId="256"/>
            <ac:picMk id="36" creationId="{6B4E4D9D-EFB8-B603-9165-30EA080FF25E}"/>
          </ac:picMkLst>
        </pc:picChg>
        <pc:picChg chg="add mod">
          <ac:chgData name="Wong Kai Lun" userId="cad839aae36bdfc9" providerId="LiveId" clId="{C4808D16-DFB4-48D5-8990-F81D368E6ACD}" dt="2026-02-10T06:43:52.574" v="607" actId="1076"/>
          <ac:picMkLst>
            <pc:docMk/>
            <pc:sldMk cId="4060109789" sldId="256"/>
            <ac:picMk id="38" creationId="{B7E622E0-64C5-CF94-1FD0-92A824F0B450}"/>
          </ac:picMkLst>
        </pc:picChg>
        <pc:picChg chg="add mod ord">
          <ac:chgData name="Wong Kai Lun" userId="cad839aae36bdfc9" providerId="LiveId" clId="{C4808D16-DFB4-48D5-8990-F81D368E6ACD}" dt="2026-02-10T06:49:17.758" v="745" actId="1076"/>
          <ac:picMkLst>
            <pc:docMk/>
            <pc:sldMk cId="4060109789" sldId="256"/>
            <ac:picMk id="40" creationId="{72C1705B-2005-8953-67EB-F95EDDFADC4B}"/>
          </ac:picMkLst>
        </pc:picChg>
        <pc:picChg chg="add mod">
          <ac:chgData name="Wong Kai Lun" userId="cad839aae36bdfc9" providerId="LiveId" clId="{C4808D16-DFB4-48D5-8990-F81D368E6ACD}" dt="2026-02-10T06:43:57.621" v="608" actId="1076"/>
          <ac:picMkLst>
            <pc:docMk/>
            <pc:sldMk cId="4060109789" sldId="256"/>
            <ac:picMk id="42" creationId="{627B4242-99DE-CD4C-B077-72D77AAE39E6}"/>
          </ac:picMkLst>
        </pc:picChg>
        <pc:picChg chg="add del mod">
          <ac:chgData name="Wong Kai Lun" userId="cad839aae36bdfc9" providerId="LiveId" clId="{C4808D16-DFB4-48D5-8990-F81D368E6ACD}" dt="2026-02-10T06:20:56.326" v="477" actId="478"/>
          <ac:picMkLst>
            <pc:docMk/>
            <pc:sldMk cId="4060109789" sldId="256"/>
            <ac:picMk id="45" creationId="{963E8CD2-F4B3-D6DF-A428-6733ECAE1CB0}"/>
          </ac:picMkLst>
        </pc:picChg>
        <pc:picChg chg="add del mod">
          <ac:chgData name="Wong Kai Lun" userId="cad839aae36bdfc9" providerId="LiveId" clId="{C4808D16-DFB4-48D5-8990-F81D368E6ACD}" dt="2026-02-10T06:20:18.100" v="472" actId="478"/>
          <ac:picMkLst>
            <pc:docMk/>
            <pc:sldMk cId="4060109789" sldId="256"/>
            <ac:picMk id="47" creationId="{337CD2E0-8902-0F78-C7FA-AB144F5BAFBC}"/>
          </ac:picMkLst>
        </pc:picChg>
        <pc:picChg chg="add mod">
          <ac:chgData name="Wong Kai Lun" userId="cad839aae36bdfc9" providerId="LiveId" clId="{C4808D16-DFB4-48D5-8990-F81D368E6ACD}" dt="2026-02-10T06:48:43.471" v="738" actId="1076"/>
          <ac:picMkLst>
            <pc:docMk/>
            <pc:sldMk cId="4060109789" sldId="256"/>
            <ac:picMk id="49" creationId="{9ECE4F46-F8E5-2D73-8957-C8C97B1D5285}"/>
          </ac:picMkLst>
        </pc:picChg>
        <pc:picChg chg="add mod">
          <ac:chgData name="Wong Kai Lun" userId="cad839aae36bdfc9" providerId="LiveId" clId="{C4808D16-DFB4-48D5-8990-F81D368E6ACD}" dt="2026-02-10T06:48:43.471" v="738" actId="1076"/>
          <ac:picMkLst>
            <pc:docMk/>
            <pc:sldMk cId="4060109789" sldId="256"/>
            <ac:picMk id="50" creationId="{50FE0EC9-BCB9-5261-DDA3-DF46A4969D71}"/>
          </ac:picMkLst>
        </pc:picChg>
        <pc:picChg chg="add mod">
          <ac:chgData name="Wong Kai Lun" userId="cad839aae36bdfc9" providerId="LiveId" clId="{C4808D16-DFB4-48D5-8990-F81D368E6ACD}" dt="2026-02-10T06:48:43.471" v="738" actId="1076"/>
          <ac:picMkLst>
            <pc:docMk/>
            <pc:sldMk cId="4060109789" sldId="256"/>
            <ac:picMk id="51" creationId="{FB5AF918-939B-9BF9-A9D8-AEFCC32EB558}"/>
          </ac:picMkLst>
        </pc:picChg>
        <pc:picChg chg="add mod">
          <ac:chgData name="Wong Kai Lun" userId="cad839aae36bdfc9" providerId="LiveId" clId="{C4808D16-DFB4-48D5-8990-F81D368E6ACD}" dt="2026-02-10T06:48:43.471" v="738" actId="1076"/>
          <ac:picMkLst>
            <pc:docMk/>
            <pc:sldMk cId="4060109789" sldId="256"/>
            <ac:picMk id="53" creationId="{A95704F5-766B-11D8-8A23-62144616AB55}"/>
          </ac:picMkLst>
        </pc:picChg>
        <pc:picChg chg="add del mod ord">
          <ac:chgData name="Wong Kai Lun" userId="cad839aae36bdfc9" providerId="LiveId" clId="{C4808D16-DFB4-48D5-8990-F81D368E6ACD}" dt="2026-02-10T06:23:32.221" v="516" actId="478"/>
          <ac:picMkLst>
            <pc:docMk/>
            <pc:sldMk cId="4060109789" sldId="256"/>
            <ac:picMk id="54" creationId="{74D82480-7C9D-E20B-9B18-6F1BB2FE8D16}"/>
          </ac:picMkLst>
        </pc:picChg>
        <pc:picChg chg="add del mod">
          <ac:chgData name="Wong Kai Lun" userId="cad839aae36bdfc9" providerId="LiveId" clId="{C4808D16-DFB4-48D5-8990-F81D368E6ACD}" dt="2026-02-10T06:23:31.020" v="515" actId="478"/>
          <ac:picMkLst>
            <pc:docMk/>
            <pc:sldMk cId="4060109789" sldId="256"/>
            <ac:picMk id="55" creationId="{3C189308-77AD-7108-F0A4-66F16823E021}"/>
          </ac:picMkLst>
        </pc:picChg>
        <pc:picChg chg="add mod">
          <ac:chgData name="Wong Kai Lun" userId="cad839aae36bdfc9" providerId="LiveId" clId="{C4808D16-DFB4-48D5-8990-F81D368E6ACD}" dt="2026-02-10T06:49:32.502" v="747" actId="1076"/>
          <ac:picMkLst>
            <pc:docMk/>
            <pc:sldMk cId="4060109789" sldId="256"/>
            <ac:picMk id="57" creationId="{996C3733-E164-E0CB-7ABB-A96CF057C0AB}"/>
          </ac:picMkLst>
        </pc:picChg>
        <pc:picChg chg="add del mod">
          <ac:chgData name="Wong Kai Lun" userId="cad839aae36bdfc9" providerId="LiveId" clId="{C4808D16-DFB4-48D5-8990-F81D368E6ACD}" dt="2026-02-10T06:43:19.512" v="564" actId="478"/>
          <ac:picMkLst>
            <pc:docMk/>
            <pc:sldMk cId="4060109789" sldId="256"/>
            <ac:picMk id="60" creationId="{5EA62E61-91CB-D771-E5FE-EFC361A87344}"/>
          </ac:picMkLst>
        </pc:picChg>
        <pc:cxnChg chg="mod">
          <ac:chgData name="Wong Kai Lun" userId="cad839aae36bdfc9" providerId="LiveId" clId="{C4808D16-DFB4-48D5-8990-F81D368E6ACD}" dt="2026-02-10T06:44:52.003" v="625" actId="14100"/>
          <ac:cxnSpMkLst>
            <pc:docMk/>
            <pc:sldMk cId="4060109789" sldId="256"/>
            <ac:cxnSpMk id="14" creationId="{90E5657D-4A25-8469-40A7-3B97E20F42D1}"/>
          </ac:cxnSpMkLst>
        </pc:cxnChg>
        <pc:cxnChg chg="mod">
          <ac:chgData name="Wong Kai Lun" userId="cad839aae36bdfc9" providerId="LiveId" clId="{C4808D16-DFB4-48D5-8990-F81D368E6ACD}" dt="2026-02-10T06:44:49.900" v="624" actId="14100"/>
          <ac:cxnSpMkLst>
            <pc:docMk/>
            <pc:sldMk cId="4060109789" sldId="256"/>
            <ac:cxnSpMk id="22" creationId="{87B294AE-D21A-DA24-FC67-C687A8EFD51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10207-9FB7-4B72-F6F0-EAB0BD8C2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A6211-DBC3-81B0-E1AD-67BCA74D3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87B98-6EF8-BCCE-F508-5CABD1E94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C1E28-0992-5C1E-2415-8930126D8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9A845-0EA7-D65E-1192-0EF774F0A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8415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B704B-E05D-3E87-5F37-59DF99CF7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DD647-6058-B8DC-D2D2-D12FF866B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F5CA0-990B-69C9-216B-99FC6743A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E780B-60DB-51F7-691C-DB25219D6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EF94F-16A3-C896-3DD5-F0CD5B2F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94972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E670D-84E2-40E8-F279-CF82E799C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B83B35-9C59-5EEA-30EB-054BEFCCA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16EC9-2BD6-597B-90EC-57BA2602D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6416A-4E8A-3B2F-0564-23F0F6714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21A63-6B0C-B60B-CAD7-F6679D83F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76956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399F-D35D-4C6B-6A33-7DE4E82BD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C779-DA80-BA6C-8C35-F44DB86A18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955C9-2301-5545-E59E-204EC9F8C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360EC7-4153-4A4E-CB4E-D83B2730E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AA696-21D8-64B3-81C3-23E2148C9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3D3F3-71E5-3049-9BD1-4AEF8FED0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52793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1CA0D-E89C-3516-9F65-07A8F5274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1D6F2-A73B-CB74-5A1E-C0EA90143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3CCA8-D4ED-36DD-B6A8-5C8E84FF5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12B3B4-D066-4236-EA7C-0DF17CBEBD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B5F929-F5FC-B6FD-9342-970B290F4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DA7634-A206-C248-58A1-4FAF610D0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3C6A40-406F-B1BA-07B6-6596E640B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3A38CC-61A8-8D87-E763-741C509E4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00417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C50B6-41AF-DBD5-5EBD-6705270F4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0A17F3-A0AC-D4F2-84B7-18435F854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81DC9-1849-4ECC-4454-E597CFE82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3CC8AE-B3F1-6E54-03EC-549700894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56498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B87E60-3C43-889E-4AE8-8A414C7CB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907C26-6E2F-260B-520C-C31B0BCF3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F4DC0-16B8-1F9C-7E5E-6CFA3C70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2335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0AA4C-803F-B63E-37D0-D3A6E699C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FC825-D06A-935E-70FF-CB35C30A1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A9175-B2AA-45F6-B623-AFE2214FDF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96D498-B092-046C-43B6-113BBAD6B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F8D2F-0145-796A-B477-630BB7639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D9FCD-1677-F6E6-F28D-3BBA14CE6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27583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E663C-326B-34F0-D94D-44FB911D5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162D72-530F-40A3-6ADA-D5CB4FD4E1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2FA10-6B79-8366-EDD8-D0F0636BE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34F624-201B-E0ED-1FCF-61AA8654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0B8829-18ED-9355-23B1-AC502C300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7BE71-9F5C-387C-FA9C-5D7E0DD44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40385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A9165-A7F9-BB38-D810-1B4ADC19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7DE11D-0097-6743-E43B-8E2F6E6BA5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315FC-6C06-3603-CF38-2B8C6412A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7749B-61A5-D89B-D2CA-99D2F2E42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26C15-D4EE-59F1-54FD-C45AF3025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98566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30BAB2-7FE8-8CD2-1F08-C79E5BE640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579FC3-E1F5-F1DC-25D6-A67975B72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F9DEF-38EF-4E91-37A8-9025362B1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3345F-6854-13C1-CB48-47FCA986B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12A1E-A544-651C-3F60-8B6A3299F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31334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04F953-3EC8-7FE5-6EB3-9241D1B39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3A9A7-B78D-D7F1-FB6B-9F736FFBA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1EE72-479B-7054-A1A7-E3DA72137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66C21-09CF-4459-AE30-72F843EAA5C5}" type="datetimeFigureOut">
              <a:rPr lang="en-MY" smtClean="0"/>
              <a:t>20/2/2026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364F7-C4EA-C819-365B-38B60FE3BB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72C0D-D191-0DD6-882C-E5DE30280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0622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79C8AFF9-233F-46A4-852E-5A69970F996D}"/>
              </a:ext>
            </a:extLst>
          </p:cNvPr>
          <p:cNvSpPr/>
          <p:nvPr/>
        </p:nvSpPr>
        <p:spPr>
          <a:xfrm>
            <a:off x="55984" y="43868"/>
            <a:ext cx="12092473" cy="124796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C0B5FB-EFFA-1D21-7C4F-C021D0B5B74E}"/>
              </a:ext>
            </a:extLst>
          </p:cNvPr>
          <p:cNvSpPr/>
          <p:nvPr/>
        </p:nvSpPr>
        <p:spPr>
          <a:xfrm>
            <a:off x="0" y="6172084"/>
            <a:ext cx="12192000" cy="685916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4E722E-F030-1090-5C24-39D83ABC3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257" y="6276634"/>
            <a:ext cx="457200" cy="4572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001E905-01C0-983F-F413-9FFA15B7C626}"/>
              </a:ext>
            </a:extLst>
          </p:cNvPr>
          <p:cNvSpPr txBox="1"/>
          <p:nvPr/>
        </p:nvSpPr>
        <p:spPr>
          <a:xfrm>
            <a:off x="55984" y="408954"/>
            <a:ext cx="8390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  Gamified Cyber Awareness Training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C43FEE-9315-B1E6-20ED-DF0582C7CA75}"/>
              </a:ext>
            </a:extLst>
          </p:cNvPr>
          <p:cNvSpPr txBox="1"/>
          <p:nvPr/>
        </p:nvSpPr>
        <p:spPr>
          <a:xfrm>
            <a:off x="179869" y="1419892"/>
            <a:ext cx="2324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Introduction</a:t>
            </a:r>
            <a:endParaRPr lang="en-MY" sz="3200" b="1" dirty="0">
              <a:solidFill>
                <a:schemeClr val="bg2">
                  <a:lumMod val="25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1B28A6-CE6C-70AE-5DFD-B9078B797922}"/>
              </a:ext>
            </a:extLst>
          </p:cNvPr>
          <p:cNvSpPr txBox="1"/>
          <p:nvPr/>
        </p:nvSpPr>
        <p:spPr>
          <a:xfrm>
            <a:off x="9661558" y="1440793"/>
            <a:ext cx="2109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Conclusion</a:t>
            </a:r>
            <a:endParaRPr lang="en-MY" sz="3200" b="1" dirty="0">
              <a:solidFill>
                <a:schemeClr val="bg2">
                  <a:lumMod val="25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C6A306-2A9A-9E80-2D15-62623C28B622}"/>
              </a:ext>
            </a:extLst>
          </p:cNvPr>
          <p:cNvSpPr txBox="1"/>
          <p:nvPr/>
        </p:nvSpPr>
        <p:spPr>
          <a:xfrm>
            <a:off x="3668094" y="1440793"/>
            <a:ext cx="4778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Project Objectives &amp; Details</a:t>
            </a:r>
            <a:endParaRPr lang="en-MY" sz="3200" b="1" dirty="0">
              <a:solidFill>
                <a:schemeClr val="bg2">
                  <a:lumMod val="25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896150-E8DF-E052-6C99-18414358B507}"/>
              </a:ext>
            </a:extLst>
          </p:cNvPr>
          <p:cNvSpPr txBox="1"/>
          <p:nvPr/>
        </p:nvSpPr>
        <p:spPr>
          <a:xfrm>
            <a:off x="141971" y="2240659"/>
            <a:ext cx="24105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Phishing is the top cyber incident in the fraud category.</a:t>
            </a:r>
          </a:p>
          <a:p>
            <a:pPr algn="ctr"/>
            <a:endParaRPr lang="en-US" sz="1400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  <a:p>
            <a:pPr algn="ctr"/>
            <a:endParaRPr lang="en-US" sz="1400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With </a:t>
            </a:r>
            <a:r>
              <a:rPr lang="en-US" sz="1400" b="1" dirty="0">
                <a:solidFill>
                  <a:srgbClr val="FF0000"/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1160 incidents 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in months July, August and September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2025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 </a:t>
            </a:r>
            <a:r>
              <a:rPr lang="en-US" sz="1400" b="1" dirty="0">
                <a:solidFill>
                  <a:srgbClr val="FF0000"/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according to </a:t>
            </a:r>
            <a:r>
              <a:rPr lang="en-US" sz="1400" b="1" dirty="0" err="1">
                <a:solidFill>
                  <a:srgbClr val="FF0000"/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MyCERT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.</a:t>
            </a:r>
            <a:endParaRPr lang="en-MY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ECE91B-0E6C-62D5-3434-80B61A9CCC2C}"/>
              </a:ext>
            </a:extLst>
          </p:cNvPr>
          <p:cNvSpPr txBox="1"/>
          <p:nvPr/>
        </p:nvSpPr>
        <p:spPr>
          <a:xfrm>
            <a:off x="108072" y="4688649"/>
            <a:ext cx="24408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Current methods of training such as PowerPoint reading and Q&amp;A Forms are insufficient.</a:t>
            </a:r>
            <a:endParaRPr lang="en-MY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A612BE-FF0E-550D-5CAF-93203C5DA916}"/>
              </a:ext>
            </a:extLst>
          </p:cNvPr>
          <p:cNvSpPr txBox="1"/>
          <p:nvPr/>
        </p:nvSpPr>
        <p:spPr>
          <a:xfrm>
            <a:off x="3537317" y="2150221"/>
            <a:ext cx="51173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This project aims to increase the general public’s cyber awareness via game as it is more stimulating and entertaining.</a:t>
            </a:r>
            <a:endParaRPr lang="en-MY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352A22-F119-8554-27CD-35D4230882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17" y="6274022"/>
            <a:ext cx="457200" cy="4572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AE746C6-5859-9C98-AFBA-3A27F9F7970B}"/>
              </a:ext>
            </a:extLst>
          </p:cNvPr>
          <p:cNvSpPr/>
          <p:nvPr/>
        </p:nvSpPr>
        <p:spPr>
          <a:xfrm>
            <a:off x="0" y="0"/>
            <a:ext cx="12191998" cy="6149856"/>
          </a:xfrm>
          <a:prstGeom prst="rect">
            <a:avLst/>
          </a:prstGeom>
          <a:noFill/>
          <a:ln w="508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E5657D-4A25-8469-40A7-3B97E20F42D1}"/>
              </a:ext>
            </a:extLst>
          </p:cNvPr>
          <p:cNvCxnSpPr>
            <a:cxnSpLocks/>
          </p:cNvCxnSpPr>
          <p:nvPr/>
        </p:nvCxnSpPr>
        <p:spPr>
          <a:xfrm>
            <a:off x="2702560" y="1369805"/>
            <a:ext cx="0" cy="4675395"/>
          </a:xfrm>
          <a:prstGeom prst="line">
            <a:avLst/>
          </a:prstGeom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7B294AE-D21A-DA24-FC67-C687A8EFD51C}"/>
              </a:ext>
            </a:extLst>
          </p:cNvPr>
          <p:cNvCxnSpPr>
            <a:cxnSpLocks/>
          </p:cNvCxnSpPr>
          <p:nvPr/>
        </p:nvCxnSpPr>
        <p:spPr>
          <a:xfrm>
            <a:off x="9337040" y="1440793"/>
            <a:ext cx="0" cy="4566146"/>
          </a:xfrm>
          <a:prstGeom prst="line">
            <a:avLst/>
          </a:prstGeom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4ECC134-62ED-3A7E-D9E6-55350F23B3C9}"/>
              </a:ext>
            </a:extLst>
          </p:cNvPr>
          <p:cNvSpPr txBox="1"/>
          <p:nvPr/>
        </p:nvSpPr>
        <p:spPr>
          <a:xfrm>
            <a:off x="9609596" y="2073091"/>
            <a:ext cx="229289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User learns better when they have more interaction and feedback. It also helps improve retention.</a:t>
            </a:r>
            <a:endParaRPr lang="en-MY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E9271FC-C6D9-BA64-6D70-8FF4603DC8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9084" y="5417207"/>
            <a:ext cx="662911" cy="66291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986486A-1F65-4B0B-01A4-ABD36D0BE7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00" y="5417207"/>
            <a:ext cx="662912" cy="66291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C96F2DB-4AB1-225C-9535-3CA2470C7D70}"/>
              </a:ext>
            </a:extLst>
          </p:cNvPr>
          <p:cNvSpPr txBox="1"/>
          <p:nvPr/>
        </p:nvSpPr>
        <p:spPr>
          <a:xfrm>
            <a:off x="7049690" y="3966308"/>
            <a:ext cx="17861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Segoe UI Variable Text Semibold" pitchFamily="2" charset="0"/>
                <a:ea typeface="ADLaM Display" panose="02010000000000000000" pitchFamily="2" charset="0"/>
                <a:cs typeface="Segoe UI Semibold" panose="020B0702040204020203" pitchFamily="34" charset="0"/>
              </a:rPr>
              <a:t>Identify Threats</a:t>
            </a:r>
            <a:endParaRPr lang="en-MY" sz="2000" b="1" dirty="0">
              <a:solidFill>
                <a:schemeClr val="bg2">
                  <a:lumMod val="50000"/>
                </a:schemeClr>
              </a:solidFill>
              <a:latin typeface="Segoe UI Variable Text Semibold" pitchFamily="2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5BBEAD-04B3-EFBC-4B96-708E2B3E2C84}"/>
              </a:ext>
            </a:extLst>
          </p:cNvPr>
          <p:cNvSpPr txBox="1"/>
          <p:nvPr/>
        </p:nvSpPr>
        <p:spPr>
          <a:xfrm>
            <a:off x="9569618" y="3510060"/>
            <a:ext cx="229289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This game is a place where users can experience what happens if they are not equipped with cyber awareness.</a:t>
            </a:r>
            <a:endParaRPr lang="en-MY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A0CD4A-4E69-E114-9DE0-92AB79E845E4}"/>
              </a:ext>
            </a:extLst>
          </p:cNvPr>
          <p:cNvSpPr txBox="1"/>
          <p:nvPr/>
        </p:nvSpPr>
        <p:spPr>
          <a:xfrm>
            <a:off x="6910794" y="5707084"/>
            <a:ext cx="23446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Segoe UI Variable Text Semibold" pitchFamily="2" charset="0"/>
                <a:ea typeface="ADLaM Display" panose="02010000000000000000" pitchFamily="2" charset="0"/>
                <a:cs typeface="Segoe UI Semibold" panose="020B0702040204020203" pitchFamily="34" charset="0"/>
              </a:rPr>
              <a:t>Explore What Happens</a:t>
            </a:r>
            <a:endParaRPr lang="en-MY" sz="1600" b="1" dirty="0">
              <a:solidFill>
                <a:schemeClr val="bg2">
                  <a:lumMod val="50000"/>
                </a:schemeClr>
              </a:solidFill>
              <a:latin typeface="Segoe UI Variable Text Semibold" pitchFamily="2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627B4242-99DE-CD4C-B077-72D77AAE39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822" y="3457290"/>
            <a:ext cx="3505471" cy="2208446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2C1705B-2005-8953-67EB-F95EDDFADC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57" y="3893448"/>
            <a:ext cx="254069" cy="254069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63536053-5F14-AC30-9B5A-EDABA20F1C79}"/>
              </a:ext>
            </a:extLst>
          </p:cNvPr>
          <p:cNvSpPr txBox="1"/>
          <p:nvPr/>
        </p:nvSpPr>
        <p:spPr>
          <a:xfrm>
            <a:off x="3916051" y="5687964"/>
            <a:ext cx="17861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Segoe UI Variable Text Semibold" pitchFamily="2" charset="0"/>
                <a:ea typeface="ADLaM Display" panose="02010000000000000000" pitchFamily="2" charset="0"/>
                <a:cs typeface="Segoe UI Semibold" panose="020B0702040204020203" pitchFamily="34" charset="0"/>
              </a:rPr>
              <a:t>Complete Tasks</a:t>
            </a:r>
            <a:endParaRPr lang="en-MY" sz="2000" b="1" dirty="0">
              <a:solidFill>
                <a:schemeClr val="bg2">
                  <a:lumMod val="50000"/>
                </a:schemeClr>
              </a:solidFill>
              <a:latin typeface="Segoe UI Variable Text Semibold" pitchFamily="2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FB5AF918-939B-9BF9-A9D8-AEFCC32EB5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767" y="1540839"/>
            <a:ext cx="686289" cy="686289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95704F5-766B-11D8-8A23-62144616AB55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800" y="2036691"/>
            <a:ext cx="283788" cy="283788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996C3733-E164-E0CB-7ABB-A96CF057C0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2151" y="3065339"/>
            <a:ext cx="2481240" cy="900969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7BE6023A-352C-0804-E757-A2716DA63B8A}"/>
              </a:ext>
            </a:extLst>
          </p:cNvPr>
          <p:cNvSpPr txBox="1"/>
          <p:nvPr/>
        </p:nvSpPr>
        <p:spPr>
          <a:xfrm>
            <a:off x="7912856" y="252351"/>
            <a:ext cx="41921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Segoe UI Variable Text Semibold" pitchFamily="2" charset="0"/>
              </a:rPr>
              <a:t>Wong Kai Lun</a:t>
            </a:r>
          </a:p>
          <a:p>
            <a:r>
              <a:rPr lang="en-US" sz="1600" dirty="0">
                <a:solidFill>
                  <a:schemeClr val="bg1"/>
                </a:solidFill>
                <a:latin typeface="Segoe UI Variable Text Semibold" pitchFamily="2" charset="0"/>
              </a:rPr>
              <a:t>kai.l.wong@students.plymouth.ac.uk</a:t>
            </a:r>
          </a:p>
          <a:p>
            <a:r>
              <a:rPr lang="en-US" sz="1600" dirty="0">
                <a:solidFill>
                  <a:schemeClr val="bg1"/>
                </a:solidFill>
                <a:latin typeface="Segoe UI Variable Text Semibold" pitchFamily="2" charset="0"/>
              </a:rPr>
              <a:t>BSSE2409079@peninsulamalaysia.edu.my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ADEB22-07C6-0FDA-E6B9-6DC065A4196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899" y="4456819"/>
            <a:ext cx="2224430" cy="12502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275E7D-569C-7F4C-B657-CF5EF72FA64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066" y="6193724"/>
            <a:ext cx="2435892" cy="68217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050B0C5-DF5A-E06C-8EBA-B7C0201C2CC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325" y="6286342"/>
            <a:ext cx="1927160" cy="457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A8A7CAA-3A4F-8E24-8D98-CCA863CF50A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317" y="6257799"/>
            <a:ext cx="915400" cy="56068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7CD7856-E736-7F14-6B1B-353BBF02CAF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56" y="21640"/>
            <a:ext cx="1167666" cy="11676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6D256E4-7533-1DED-642D-AF67B134177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2331" y="4850244"/>
            <a:ext cx="1274851" cy="127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109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140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Segoe UI Semibold</vt:lpstr>
      <vt:lpstr>Segoe UI Variable Text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Wong Kai Lun</dc:creator>
  <cp:lastModifiedBy>Wong Kai Lun</cp:lastModifiedBy>
  <cp:revision>89</cp:revision>
  <dcterms:created xsi:type="dcterms:W3CDTF">2026-01-20T05:58:55Z</dcterms:created>
  <dcterms:modified xsi:type="dcterms:W3CDTF">2026-02-20T03:31:44Z</dcterms:modified>
</cp:coreProperties>
</file>