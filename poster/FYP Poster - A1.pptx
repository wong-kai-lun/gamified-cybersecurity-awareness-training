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0275213" cy="21388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B1B1"/>
    <a:srgbClr val="E5D9D9"/>
    <a:srgbClr val="90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F536D4-5AD4-47C9-A79C-2673FA22EA42}" v="15" dt="2026-02-10T06:43:25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4660"/>
  </p:normalViewPr>
  <p:slideViewPr>
    <p:cSldViewPr snapToGrid="0">
      <p:cViewPr varScale="1">
        <p:scale>
          <a:sx n="27" d="100"/>
          <a:sy n="27" d="100"/>
        </p:scale>
        <p:origin x="158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ng Kai Lun" userId="cad839aae36bdfc9" providerId="LiveId" clId="{C4808D16-DFB4-48D5-8990-F81D368E6ACD}"/>
    <pc:docChg chg="undo custSel modSld">
      <pc:chgData name="Wong Kai Lun" userId="cad839aae36bdfc9" providerId="LiveId" clId="{C4808D16-DFB4-48D5-8990-F81D368E6ACD}" dt="2026-02-10T06:49:47.014" v="751" actId="1076"/>
      <pc:docMkLst>
        <pc:docMk/>
      </pc:docMkLst>
      <pc:sldChg chg="addSp delSp modSp mod">
        <pc:chgData name="Wong Kai Lun" userId="cad839aae36bdfc9" providerId="LiveId" clId="{C4808D16-DFB4-48D5-8990-F81D368E6ACD}" dt="2026-02-10T06:49:47.014" v="751" actId="1076"/>
        <pc:sldMkLst>
          <pc:docMk/>
          <pc:sldMk cId="4060109789" sldId="256"/>
        </pc:sldMkLst>
        <pc:spChg chg="mod">
          <ac:chgData name="Wong Kai Lun" userId="cad839aae36bdfc9" providerId="LiveId" clId="{C4808D16-DFB4-48D5-8990-F81D368E6ACD}" dt="2026-02-10T05:42:23.520" v="11" actId="2711"/>
          <ac:spMkLst>
            <pc:docMk/>
            <pc:sldMk cId="4060109789" sldId="256"/>
            <ac:spMk id="5" creationId="{E5C0B5FB-EFFA-1D21-7C4F-C021D0B5B74E}"/>
          </ac:spMkLst>
        </pc:spChg>
        <pc:spChg chg="mod">
          <ac:chgData name="Wong Kai Lun" userId="cad839aae36bdfc9" providerId="LiveId" clId="{C4808D16-DFB4-48D5-8990-F81D368E6ACD}" dt="2026-02-10T05:42:23.520" v="11" actId="2711"/>
          <ac:spMkLst>
            <pc:docMk/>
            <pc:sldMk cId="4060109789" sldId="256"/>
            <ac:spMk id="9" creationId="{1AE746C6-5859-9C98-AFBA-3A27F9F7970B}"/>
          </ac:spMkLst>
        </pc:spChg>
        <pc:spChg chg="mod">
          <ac:chgData name="Wong Kai Lun" userId="cad839aae36bdfc9" providerId="LiveId" clId="{C4808D16-DFB4-48D5-8990-F81D368E6ACD}" dt="2026-02-10T06:49:37.566" v="748" actId="1076"/>
          <ac:spMkLst>
            <pc:docMk/>
            <pc:sldMk cId="4060109789" sldId="256"/>
            <ac:spMk id="10" creationId="{04ECC134-62ED-3A7E-D9E6-55350F23B3C9}"/>
          </ac:spMkLst>
        </pc:spChg>
        <pc:spChg chg="mod">
          <ac:chgData name="Wong Kai Lun" userId="cad839aae36bdfc9" providerId="LiveId" clId="{C4808D16-DFB4-48D5-8990-F81D368E6ACD}" dt="2026-02-10T05:42:23.520" v="11" actId="2711"/>
          <ac:spMkLst>
            <pc:docMk/>
            <pc:sldMk cId="4060109789" sldId="256"/>
            <ac:spMk id="12" creationId="{8C78E3EA-7E16-61C5-582C-25EBF35730E0}"/>
          </ac:spMkLst>
        </pc:spChg>
        <pc:spChg chg="mod">
          <ac:chgData name="Wong Kai Lun" userId="cad839aae36bdfc9" providerId="LiveId" clId="{C4808D16-DFB4-48D5-8990-F81D368E6ACD}" dt="2026-02-10T06:48:04.590" v="733" actId="1076"/>
          <ac:spMkLst>
            <pc:docMk/>
            <pc:sldMk cId="4060109789" sldId="256"/>
            <ac:spMk id="13" creationId="{F001E905-01C0-983F-F413-9FFA15B7C626}"/>
          </ac:spMkLst>
        </pc:spChg>
        <pc:spChg chg="del mod ord">
          <ac:chgData name="Wong Kai Lun" userId="cad839aae36bdfc9" providerId="LiveId" clId="{C4808D16-DFB4-48D5-8990-F81D368E6ACD}" dt="2026-02-10T06:12:21.147" v="457" actId="478"/>
          <ac:spMkLst>
            <pc:docMk/>
            <pc:sldMk cId="4060109789" sldId="256"/>
            <ac:spMk id="15" creationId="{8372FF59-9250-AEB1-2C51-2EC909AE4A06}"/>
          </ac:spMkLst>
        </pc:spChg>
        <pc:spChg chg="mod">
          <ac:chgData name="Wong Kai Lun" userId="cad839aae36bdfc9" providerId="LiveId" clId="{C4808D16-DFB4-48D5-8990-F81D368E6ACD}" dt="2026-02-10T06:48:33.414" v="737" actId="1076"/>
          <ac:spMkLst>
            <pc:docMk/>
            <pc:sldMk cId="4060109789" sldId="256"/>
            <ac:spMk id="16" creationId="{DBC43FEE-9315-B1E6-20ED-DF0582C7CA75}"/>
          </ac:spMkLst>
        </pc:spChg>
        <pc:spChg chg="mod">
          <ac:chgData name="Wong Kai Lun" userId="cad839aae36bdfc9" providerId="LiveId" clId="{C4808D16-DFB4-48D5-8990-F81D368E6ACD}" dt="2026-02-10T06:48:19.772" v="736" actId="1076"/>
          <ac:spMkLst>
            <pc:docMk/>
            <pc:sldMk cId="4060109789" sldId="256"/>
            <ac:spMk id="17" creationId="{B01B28A6-CE6C-70AE-5DFD-B9078B797922}"/>
          </ac:spMkLst>
        </pc:spChg>
        <pc:spChg chg="add del mod">
          <ac:chgData name="Wong Kai Lun" userId="cad839aae36bdfc9" providerId="LiveId" clId="{C4808D16-DFB4-48D5-8990-F81D368E6ACD}" dt="2026-02-10T06:44:04.090" v="611" actId="1076"/>
          <ac:spMkLst>
            <pc:docMk/>
            <pc:sldMk cId="4060109789" sldId="256"/>
            <ac:spMk id="18" creationId="{5AC6A306-2A9A-9E80-2D15-62623C28B622}"/>
          </ac:spMkLst>
        </pc:spChg>
        <pc:spChg chg="mod">
          <ac:chgData name="Wong Kai Lun" userId="cad839aae36bdfc9" providerId="LiveId" clId="{C4808D16-DFB4-48D5-8990-F81D368E6ACD}" dt="2026-02-10T06:49:04.828" v="743" actId="1076"/>
          <ac:spMkLst>
            <pc:docMk/>
            <pc:sldMk cId="4060109789" sldId="256"/>
            <ac:spMk id="19" creationId="{AE896150-E8DF-E052-6C99-18414358B507}"/>
          </ac:spMkLst>
        </pc:spChg>
        <pc:spChg chg="mod">
          <ac:chgData name="Wong Kai Lun" userId="cad839aae36bdfc9" providerId="LiveId" clId="{C4808D16-DFB4-48D5-8990-F81D368E6ACD}" dt="2026-02-10T06:49:00.998" v="741" actId="1076"/>
          <ac:spMkLst>
            <pc:docMk/>
            <pc:sldMk cId="4060109789" sldId="256"/>
            <ac:spMk id="20" creationId="{76ECE91B-0E6C-62D5-3434-80B61A9CCC2C}"/>
          </ac:spMkLst>
        </pc:spChg>
        <pc:spChg chg="mod">
          <ac:chgData name="Wong Kai Lun" userId="cad839aae36bdfc9" providerId="LiveId" clId="{C4808D16-DFB4-48D5-8990-F81D368E6ACD}" dt="2026-02-10T06:49:27.982" v="746" actId="1076"/>
          <ac:spMkLst>
            <pc:docMk/>
            <pc:sldMk cId="4060109789" sldId="256"/>
            <ac:spMk id="21" creationId="{4BA612BE-FF0E-550D-5CAF-93203C5DA916}"/>
          </ac:spMkLst>
        </pc:spChg>
        <pc:spChg chg="add mod">
          <ac:chgData name="Wong Kai Lun" userId="cad839aae36bdfc9" providerId="LiveId" clId="{C4808D16-DFB4-48D5-8990-F81D368E6ACD}" dt="2026-02-10T06:49:32.502" v="747" actId="1076"/>
          <ac:spMkLst>
            <pc:docMk/>
            <pc:sldMk cId="4060109789" sldId="256"/>
            <ac:spMk id="30" creationId="{3C96F2DB-4AB1-225C-9535-3CA2470C7D70}"/>
          </ac:spMkLst>
        </pc:spChg>
        <pc:spChg chg="add del mod">
          <ac:chgData name="Wong Kai Lun" userId="cad839aae36bdfc9" providerId="LiveId" clId="{C4808D16-DFB4-48D5-8990-F81D368E6ACD}" dt="2026-02-10T06:11:08.657" v="427" actId="478"/>
          <ac:spMkLst>
            <pc:docMk/>
            <pc:sldMk cId="4060109789" sldId="256"/>
            <ac:spMk id="31" creationId="{57ABBBFD-1122-A8F3-1463-C0735AFC3225}"/>
          </ac:spMkLst>
        </pc:spChg>
        <pc:spChg chg="add mod">
          <ac:chgData name="Wong Kai Lun" userId="cad839aae36bdfc9" providerId="LiveId" clId="{C4808D16-DFB4-48D5-8990-F81D368E6ACD}" dt="2026-02-10T06:49:40.299" v="749" actId="1076"/>
          <ac:spMkLst>
            <pc:docMk/>
            <pc:sldMk cId="4060109789" sldId="256"/>
            <ac:spMk id="32" creationId="{6C5BBEAD-04B3-EFBC-4B96-708E2B3E2C84}"/>
          </ac:spMkLst>
        </pc:spChg>
        <pc:spChg chg="add mod">
          <ac:chgData name="Wong Kai Lun" userId="cad839aae36bdfc9" providerId="LiveId" clId="{C4808D16-DFB4-48D5-8990-F81D368E6ACD}" dt="2026-02-10T06:43:52.574" v="607" actId="1076"/>
          <ac:spMkLst>
            <pc:docMk/>
            <pc:sldMk cId="4060109789" sldId="256"/>
            <ac:spMk id="37" creationId="{6EA0CD4A-4E69-E114-9DE0-92AB79E845E4}"/>
          </ac:spMkLst>
        </pc:spChg>
        <pc:spChg chg="add mod">
          <ac:chgData name="Wong Kai Lun" userId="cad839aae36bdfc9" providerId="LiveId" clId="{C4808D16-DFB4-48D5-8990-F81D368E6ACD}" dt="2026-02-10T06:43:57.621" v="608" actId="1076"/>
          <ac:spMkLst>
            <pc:docMk/>
            <pc:sldMk cId="4060109789" sldId="256"/>
            <ac:spMk id="43" creationId="{63536053-5F14-AC30-9B5A-EDABA20F1C79}"/>
          </ac:spMkLst>
        </pc:spChg>
        <pc:spChg chg="add del mod">
          <ac:chgData name="Wong Kai Lun" userId="cad839aae36bdfc9" providerId="LiveId" clId="{C4808D16-DFB4-48D5-8990-F81D368E6ACD}" dt="2026-02-10T06:43:01.399" v="559"/>
          <ac:spMkLst>
            <pc:docMk/>
            <pc:sldMk cId="4060109789" sldId="256"/>
            <ac:spMk id="58" creationId="{03264F81-9567-B55A-000F-E74C6796131D}"/>
          </ac:spMkLst>
        </pc:spChg>
        <pc:spChg chg="add mod">
          <ac:chgData name="Wong Kai Lun" userId="cad839aae36bdfc9" providerId="LiveId" clId="{C4808D16-DFB4-48D5-8990-F81D368E6ACD}" dt="2026-02-10T06:47:08.473" v="726" actId="1076"/>
          <ac:spMkLst>
            <pc:docMk/>
            <pc:sldMk cId="4060109789" sldId="256"/>
            <ac:spMk id="61" creationId="{7BE6023A-352C-0804-E757-A2716DA63B8A}"/>
          </ac:spMkLst>
        </pc:spChg>
        <pc:spChg chg="add mod ord">
          <ac:chgData name="Wong Kai Lun" userId="cad839aae36bdfc9" providerId="LiveId" clId="{C4808D16-DFB4-48D5-8990-F81D368E6ACD}" dt="2026-02-10T06:47:03.149" v="725" actId="14100"/>
          <ac:spMkLst>
            <pc:docMk/>
            <pc:sldMk cId="4060109789" sldId="256"/>
            <ac:spMk id="65" creationId="{79C8AFF9-233F-46A4-852E-5A69970F996D}"/>
          </ac:spMkLst>
        </pc:spChg>
        <pc:picChg chg="del mod">
          <ac:chgData name="Wong Kai Lun" userId="cad839aae36bdfc9" providerId="LiveId" clId="{C4808D16-DFB4-48D5-8990-F81D368E6ACD}" dt="2026-02-10T06:44:19.918" v="617" actId="478"/>
          <ac:picMkLst>
            <pc:docMk/>
            <pc:sldMk cId="4060109789" sldId="256"/>
            <ac:picMk id="4" creationId="{1959A9DF-C983-3BF1-FD34-3B00DBC39BB7}"/>
          </ac:picMkLst>
        </pc:picChg>
        <pc:picChg chg="del">
          <ac:chgData name="Wong Kai Lun" userId="cad839aae36bdfc9" providerId="LiveId" clId="{C4808D16-DFB4-48D5-8990-F81D368E6ACD}" dt="2026-02-10T06:42:45.246" v="554" actId="478"/>
          <ac:picMkLst>
            <pc:docMk/>
            <pc:sldMk cId="4060109789" sldId="256"/>
            <ac:picMk id="6" creationId="{F9C1F8A5-563E-3853-759F-ABE11E33D47F}"/>
          </ac:picMkLst>
        </pc:picChg>
        <pc:picChg chg="del mod ord">
          <ac:chgData name="Wong Kai Lun" userId="cad839aae36bdfc9" providerId="LiveId" clId="{C4808D16-DFB4-48D5-8990-F81D368E6ACD}" dt="2026-02-10T06:43:01.393" v="557" actId="478"/>
          <ac:picMkLst>
            <pc:docMk/>
            <pc:sldMk cId="4060109789" sldId="256"/>
            <ac:picMk id="7" creationId="{D3922368-F292-AFC4-AD5D-C89D2EB3EA71}"/>
          </ac:picMkLst>
        </pc:picChg>
        <pc:picChg chg="add del mod ord">
          <ac:chgData name="Wong Kai Lun" userId="cad839aae36bdfc9" providerId="LiveId" clId="{C4808D16-DFB4-48D5-8990-F81D368E6ACD}" dt="2026-02-10T06:18:14.549" v="461" actId="478"/>
          <ac:picMkLst>
            <pc:docMk/>
            <pc:sldMk cId="4060109789" sldId="256"/>
            <ac:picMk id="23" creationId="{183A16AC-F1B0-9D06-EF17-EA3AF3B1C4FA}"/>
          </ac:picMkLst>
        </pc:picChg>
        <pc:picChg chg="add del mod">
          <ac:chgData name="Wong Kai Lun" userId="cad839aae36bdfc9" providerId="LiveId" clId="{C4808D16-DFB4-48D5-8990-F81D368E6ACD}" dt="2026-02-10T06:19:38.452" v="462" actId="478"/>
          <ac:picMkLst>
            <pc:docMk/>
            <pc:sldMk cId="4060109789" sldId="256"/>
            <ac:picMk id="25" creationId="{9A9FAEE7-346A-12A6-5A0D-5CC59B47A86D}"/>
          </ac:picMkLst>
        </pc:picChg>
        <pc:picChg chg="add mod">
          <ac:chgData name="Wong Kai Lun" userId="cad839aae36bdfc9" providerId="LiveId" clId="{C4808D16-DFB4-48D5-8990-F81D368E6ACD}" dt="2026-02-10T06:49:47.014" v="751" actId="1076"/>
          <ac:picMkLst>
            <pc:docMk/>
            <pc:sldMk cId="4060109789" sldId="256"/>
            <ac:picMk id="27" creationId="{4E9271FC-C6D9-BA64-6D70-8FF4603DC81F}"/>
          </ac:picMkLst>
        </pc:picChg>
        <pc:picChg chg="add mod">
          <ac:chgData name="Wong Kai Lun" userId="cad839aae36bdfc9" providerId="LiveId" clId="{C4808D16-DFB4-48D5-8990-F81D368E6ACD}" dt="2026-02-10T06:49:45.247" v="750" actId="1076"/>
          <ac:picMkLst>
            <pc:docMk/>
            <pc:sldMk cId="4060109789" sldId="256"/>
            <ac:picMk id="29" creationId="{B986486A-1F65-4B0B-01A4-ABD36D0BE7FD}"/>
          </ac:picMkLst>
        </pc:picChg>
        <pc:picChg chg="add del mod">
          <ac:chgData name="Wong Kai Lun" userId="cad839aae36bdfc9" providerId="LiveId" clId="{C4808D16-DFB4-48D5-8990-F81D368E6ACD}" dt="2026-02-10T06:10:18.070" v="413" actId="478"/>
          <ac:picMkLst>
            <pc:docMk/>
            <pc:sldMk cId="4060109789" sldId="256"/>
            <ac:picMk id="33" creationId="{4532F861-B0D5-597A-1A7C-5BE852BABE92}"/>
          </ac:picMkLst>
        </pc:picChg>
        <pc:picChg chg="add del mod">
          <ac:chgData name="Wong Kai Lun" userId="cad839aae36bdfc9" providerId="LiveId" clId="{C4808D16-DFB4-48D5-8990-F81D368E6ACD}" dt="2026-02-10T06:29:27.790" v="528" actId="478"/>
          <ac:picMkLst>
            <pc:docMk/>
            <pc:sldMk cId="4060109789" sldId="256"/>
            <ac:picMk id="34" creationId="{2FCBA610-C03E-6948-0676-2B290E698938}"/>
          </ac:picMkLst>
        </pc:picChg>
        <pc:picChg chg="add del mod">
          <ac:chgData name="Wong Kai Lun" userId="cad839aae36bdfc9" providerId="LiveId" clId="{C4808D16-DFB4-48D5-8990-F81D368E6ACD}" dt="2026-02-10T06:11:07.493" v="426" actId="478"/>
          <ac:picMkLst>
            <pc:docMk/>
            <pc:sldMk cId="4060109789" sldId="256"/>
            <ac:picMk id="35" creationId="{3C9606F4-FE54-C394-00ED-29807ECFC456}"/>
          </ac:picMkLst>
        </pc:picChg>
        <pc:picChg chg="add del mod">
          <ac:chgData name="Wong Kai Lun" userId="cad839aae36bdfc9" providerId="LiveId" clId="{C4808D16-DFB4-48D5-8990-F81D368E6ACD}" dt="2026-02-10T05:57:21.681" v="364" actId="478"/>
          <ac:picMkLst>
            <pc:docMk/>
            <pc:sldMk cId="4060109789" sldId="256"/>
            <ac:picMk id="36" creationId="{6B4E4D9D-EFB8-B603-9165-30EA080FF25E}"/>
          </ac:picMkLst>
        </pc:picChg>
        <pc:picChg chg="add mod">
          <ac:chgData name="Wong Kai Lun" userId="cad839aae36bdfc9" providerId="LiveId" clId="{C4808D16-DFB4-48D5-8990-F81D368E6ACD}" dt="2026-02-10T06:43:52.574" v="607" actId="1076"/>
          <ac:picMkLst>
            <pc:docMk/>
            <pc:sldMk cId="4060109789" sldId="256"/>
            <ac:picMk id="38" creationId="{B7E622E0-64C5-CF94-1FD0-92A824F0B450}"/>
          </ac:picMkLst>
        </pc:picChg>
        <pc:picChg chg="add mod ord">
          <ac:chgData name="Wong Kai Lun" userId="cad839aae36bdfc9" providerId="LiveId" clId="{C4808D16-DFB4-48D5-8990-F81D368E6ACD}" dt="2026-02-10T06:49:17.758" v="745" actId="1076"/>
          <ac:picMkLst>
            <pc:docMk/>
            <pc:sldMk cId="4060109789" sldId="256"/>
            <ac:picMk id="40" creationId="{72C1705B-2005-8953-67EB-F95EDDFADC4B}"/>
          </ac:picMkLst>
        </pc:picChg>
        <pc:picChg chg="add mod">
          <ac:chgData name="Wong Kai Lun" userId="cad839aae36bdfc9" providerId="LiveId" clId="{C4808D16-DFB4-48D5-8990-F81D368E6ACD}" dt="2026-02-10T06:43:57.621" v="608" actId="1076"/>
          <ac:picMkLst>
            <pc:docMk/>
            <pc:sldMk cId="4060109789" sldId="256"/>
            <ac:picMk id="42" creationId="{627B4242-99DE-CD4C-B077-72D77AAE39E6}"/>
          </ac:picMkLst>
        </pc:picChg>
        <pc:picChg chg="add del mod">
          <ac:chgData name="Wong Kai Lun" userId="cad839aae36bdfc9" providerId="LiveId" clId="{C4808D16-DFB4-48D5-8990-F81D368E6ACD}" dt="2026-02-10T06:20:56.326" v="477" actId="478"/>
          <ac:picMkLst>
            <pc:docMk/>
            <pc:sldMk cId="4060109789" sldId="256"/>
            <ac:picMk id="45" creationId="{963E8CD2-F4B3-D6DF-A428-6733ECAE1CB0}"/>
          </ac:picMkLst>
        </pc:picChg>
        <pc:picChg chg="add del mod">
          <ac:chgData name="Wong Kai Lun" userId="cad839aae36bdfc9" providerId="LiveId" clId="{C4808D16-DFB4-48D5-8990-F81D368E6ACD}" dt="2026-02-10T06:20:18.100" v="472" actId="478"/>
          <ac:picMkLst>
            <pc:docMk/>
            <pc:sldMk cId="4060109789" sldId="256"/>
            <ac:picMk id="47" creationId="{337CD2E0-8902-0F78-C7FA-AB144F5BAFBC}"/>
          </ac:picMkLst>
        </pc:picChg>
        <pc:picChg chg="add mod">
          <ac:chgData name="Wong Kai Lun" userId="cad839aae36bdfc9" providerId="LiveId" clId="{C4808D16-DFB4-48D5-8990-F81D368E6ACD}" dt="2026-02-10T06:48:43.471" v="738" actId="1076"/>
          <ac:picMkLst>
            <pc:docMk/>
            <pc:sldMk cId="4060109789" sldId="256"/>
            <ac:picMk id="49" creationId="{9ECE4F46-F8E5-2D73-8957-C8C97B1D5285}"/>
          </ac:picMkLst>
        </pc:picChg>
        <pc:picChg chg="add mod">
          <ac:chgData name="Wong Kai Lun" userId="cad839aae36bdfc9" providerId="LiveId" clId="{C4808D16-DFB4-48D5-8990-F81D368E6ACD}" dt="2026-02-10T06:48:43.471" v="738" actId="1076"/>
          <ac:picMkLst>
            <pc:docMk/>
            <pc:sldMk cId="4060109789" sldId="256"/>
            <ac:picMk id="50" creationId="{50FE0EC9-BCB9-5261-DDA3-DF46A4969D71}"/>
          </ac:picMkLst>
        </pc:picChg>
        <pc:picChg chg="add mod">
          <ac:chgData name="Wong Kai Lun" userId="cad839aae36bdfc9" providerId="LiveId" clId="{C4808D16-DFB4-48D5-8990-F81D368E6ACD}" dt="2026-02-10T06:48:43.471" v="738" actId="1076"/>
          <ac:picMkLst>
            <pc:docMk/>
            <pc:sldMk cId="4060109789" sldId="256"/>
            <ac:picMk id="51" creationId="{FB5AF918-939B-9BF9-A9D8-AEFCC32EB558}"/>
          </ac:picMkLst>
        </pc:picChg>
        <pc:picChg chg="add mod">
          <ac:chgData name="Wong Kai Lun" userId="cad839aae36bdfc9" providerId="LiveId" clId="{C4808D16-DFB4-48D5-8990-F81D368E6ACD}" dt="2026-02-10T06:48:43.471" v="738" actId="1076"/>
          <ac:picMkLst>
            <pc:docMk/>
            <pc:sldMk cId="4060109789" sldId="256"/>
            <ac:picMk id="53" creationId="{A95704F5-766B-11D8-8A23-62144616AB55}"/>
          </ac:picMkLst>
        </pc:picChg>
        <pc:picChg chg="add del mod ord">
          <ac:chgData name="Wong Kai Lun" userId="cad839aae36bdfc9" providerId="LiveId" clId="{C4808D16-DFB4-48D5-8990-F81D368E6ACD}" dt="2026-02-10T06:23:32.221" v="516" actId="478"/>
          <ac:picMkLst>
            <pc:docMk/>
            <pc:sldMk cId="4060109789" sldId="256"/>
            <ac:picMk id="54" creationId="{74D82480-7C9D-E20B-9B18-6F1BB2FE8D16}"/>
          </ac:picMkLst>
        </pc:picChg>
        <pc:picChg chg="add del mod">
          <ac:chgData name="Wong Kai Lun" userId="cad839aae36bdfc9" providerId="LiveId" clId="{C4808D16-DFB4-48D5-8990-F81D368E6ACD}" dt="2026-02-10T06:23:31.020" v="515" actId="478"/>
          <ac:picMkLst>
            <pc:docMk/>
            <pc:sldMk cId="4060109789" sldId="256"/>
            <ac:picMk id="55" creationId="{3C189308-77AD-7108-F0A4-66F16823E021}"/>
          </ac:picMkLst>
        </pc:picChg>
        <pc:picChg chg="add mod">
          <ac:chgData name="Wong Kai Lun" userId="cad839aae36bdfc9" providerId="LiveId" clId="{C4808D16-DFB4-48D5-8990-F81D368E6ACD}" dt="2026-02-10T06:49:32.502" v="747" actId="1076"/>
          <ac:picMkLst>
            <pc:docMk/>
            <pc:sldMk cId="4060109789" sldId="256"/>
            <ac:picMk id="57" creationId="{996C3733-E164-E0CB-7ABB-A96CF057C0AB}"/>
          </ac:picMkLst>
        </pc:picChg>
        <pc:picChg chg="add del mod">
          <ac:chgData name="Wong Kai Lun" userId="cad839aae36bdfc9" providerId="LiveId" clId="{C4808D16-DFB4-48D5-8990-F81D368E6ACD}" dt="2026-02-10T06:43:19.512" v="564" actId="478"/>
          <ac:picMkLst>
            <pc:docMk/>
            <pc:sldMk cId="4060109789" sldId="256"/>
            <ac:picMk id="60" creationId="{5EA62E61-91CB-D771-E5FE-EFC361A87344}"/>
          </ac:picMkLst>
        </pc:picChg>
        <pc:cxnChg chg="mod">
          <ac:chgData name="Wong Kai Lun" userId="cad839aae36bdfc9" providerId="LiveId" clId="{C4808D16-DFB4-48D5-8990-F81D368E6ACD}" dt="2026-02-10T06:44:52.003" v="625" actId="14100"/>
          <ac:cxnSpMkLst>
            <pc:docMk/>
            <pc:sldMk cId="4060109789" sldId="256"/>
            <ac:cxnSpMk id="14" creationId="{90E5657D-4A25-8469-40A7-3B97E20F42D1}"/>
          </ac:cxnSpMkLst>
        </pc:cxnChg>
        <pc:cxnChg chg="mod">
          <ac:chgData name="Wong Kai Lun" userId="cad839aae36bdfc9" providerId="LiveId" clId="{C4808D16-DFB4-48D5-8990-F81D368E6ACD}" dt="2026-02-10T06:44:49.900" v="624" actId="14100"/>
          <ac:cxnSpMkLst>
            <pc:docMk/>
            <pc:sldMk cId="4060109789" sldId="256"/>
            <ac:cxnSpMk id="22" creationId="{87B294AE-D21A-DA24-FC67-C687A8EFD51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500370"/>
            <a:ext cx="25733931" cy="7446328"/>
          </a:xfrm>
        </p:spPr>
        <p:txBody>
          <a:bodyPr anchor="b"/>
          <a:lstStyle>
            <a:lvl1pPr algn="ctr">
              <a:defRPr sz="187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3856"/>
            <a:ext cx="22706410" cy="5163908"/>
          </a:xfrm>
        </p:spPr>
        <p:txBody>
          <a:bodyPr/>
          <a:lstStyle>
            <a:lvl1pPr marL="0" indent="0" algn="ctr">
              <a:buNone/>
              <a:defRPr sz="7485"/>
            </a:lvl1pPr>
            <a:lvl2pPr marL="1425915" indent="0" algn="ctr">
              <a:buNone/>
              <a:defRPr sz="6238"/>
            </a:lvl2pPr>
            <a:lvl3pPr marL="2851831" indent="0" algn="ctr">
              <a:buNone/>
              <a:defRPr sz="5614"/>
            </a:lvl3pPr>
            <a:lvl4pPr marL="4277746" indent="0" algn="ctr">
              <a:buNone/>
              <a:defRPr sz="4990"/>
            </a:lvl4pPr>
            <a:lvl5pPr marL="5703661" indent="0" algn="ctr">
              <a:buNone/>
              <a:defRPr sz="4990"/>
            </a:lvl5pPr>
            <a:lvl6pPr marL="7129577" indent="0" algn="ctr">
              <a:buNone/>
              <a:defRPr sz="4990"/>
            </a:lvl6pPr>
            <a:lvl7pPr marL="8555492" indent="0" algn="ctr">
              <a:buNone/>
              <a:defRPr sz="4990"/>
            </a:lvl7pPr>
            <a:lvl8pPr marL="9981408" indent="0" algn="ctr">
              <a:buNone/>
              <a:defRPr sz="4990"/>
            </a:lvl8pPr>
            <a:lvl9pPr marL="11407323" indent="0" algn="ctr">
              <a:buNone/>
              <a:defRPr sz="499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23/2/2026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82374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23/2/2026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51541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2250"/>
            <a:ext cx="26112371" cy="8896974"/>
          </a:xfrm>
        </p:spPr>
        <p:txBody>
          <a:bodyPr anchor="b"/>
          <a:lstStyle>
            <a:lvl1pPr>
              <a:defRPr sz="187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3393"/>
            <a:ext cx="26112371" cy="4678708"/>
          </a:xfrm>
        </p:spPr>
        <p:txBody>
          <a:bodyPr/>
          <a:lstStyle>
            <a:lvl1pPr marL="0" indent="0">
              <a:buNone/>
              <a:defRPr sz="7485">
                <a:solidFill>
                  <a:schemeClr val="tx1"/>
                </a:solidFill>
              </a:defRPr>
            </a:lvl1pPr>
            <a:lvl2pPr marL="1425915" indent="0">
              <a:buNone/>
              <a:defRPr sz="6238">
                <a:solidFill>
                  <a:schemeClr val="tx1">
                    <a:tint val="75000"/>
                  </a:schemeClr>
                </a:solidFill>
              </a:defRPr>
            </a:lvl2pPr>
            <a:lvl3pPr marL="2851831" indent="0">
              <a:buNone/>
              <a:defRPr sz="5614">
                <a:solidFill>
                  <a:schemeClr val="tx1">
                    <a:tint val="75000"/>
                  </a:schemeClr>
                </a:solidFill>
              </a:defRPr>
            </a:lvl3pPr>
            <a:lvl4pPr marL="4277746" indent="0">
              <a:buNone/>
              <a:defRPr sz="4990">
                <a:solidFill>
                  <a:schemeClr val="tx1">
                    <a:tint val="75000"/>
                  </a:schemeClr>
                </a:solidFill>
              </a:defRPr>
            </a:lvl4pPr>
            <a:lvl5pPr marL="5703661" indent="0">
              <a:buNone/>
              <a:defRPr sz="4990">
                <a:solidFill>
                  <a:schemeClr val="tx1">
                    <a:tint val="75000"/>
                  </a:schemeClr>
                </a:solidFill>
              </a:defRPr>
            </a:lvl5pPr>
            <a:lvl6pPr marL="7129577" indent="0">
              <a:buNone/>
              <a:defRPr sz="4990">
                <a:solidFill>
                  <a:schemeClr val="tx1">
                    <a:tint val="75000"/>
                  </a:schemeClr>
                </a:solidFill>
              </a:defRPr>
            </a:lvl6pPr>
            <a:lvl7pPr marL="8555492" indent="0">
              <a:buNone/>
              <a:defRPr sz="4990">
                <a:solidFill>
                  <a:schemeClr val="tx1">
                    <a:tint val="75000"/>
                  </a:schemeClr>
                </a:solidFill>
              </a:defRPr>
            </a:lvl7pPr>
            <a:lvl8pPr marL="9981408" indent="0">
              <a:buNone/>
              <a:defRPr sz="4990">
                <a:solidFill>
                  <a:schemeClr val="tx1">
                    <a:tint val="75000"/>
                  </a:schemeClr>
                </a:solidFill>
              </a:defRPr>
            </a:lvl8pPr>
            <a:lvl9pPr marL="11407323" indent="0">
              <a:buNone/>
              <a:defRPr sz="49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23/2/2026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49311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3668"/>
            <a:ext cx="12866966" cy="135707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3668"/>
            <a:ext cx="12866966" cy="135707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23/2/2026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55189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738"/>
            <a:ext cx="26112371" cy="41341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3127"/>
            <a:ext cx="12807832" cy="2569576"/>
          </a:xfrm>
        </p:spPr>
        <p:txBody>
          <a:bodyPr anchor="b"/>
          <a:lstStyle>
            <a:lvl1pPr marL="0" indent="0">
              <a:buNone/>
              <a:defRPr sz="7485" b="1"/>
            </a:lvl1pPr>
            <a:lvl2pPr marL="1425915" indent="0">
              <a:buNone/>
              <a:defRPr sz="6238" b="1"/>
            </a:lvl2pPr>
            <a:lvl3pPr marL="2851831" indent="0">
              <a:buNone/>
              <a:defRPr sz="5614" b="1"/>
            </a:lvl3pPr>
            <a:lvl4pPr marL="4277746" indent="0">
              <a:buNone/>
              <a:defRPr sz="4990" b="1"/>
            </a:lvl4pPr>
            <a:lvl5pPr marL="5703661" indent="0">
              <a:buNone/>
              <a:defRPr sz="4990" b="1"/>
            </a:lvl5pPr>
            <a:lvl6pPr marL="7129577" indent="0">
              <a:buNone/>
              <a:defRPr sz="4990" b="1"/>
            </a:lvl6pPr>
            <a:lvl7pPr marL="8555492" indent="0">
              <a:buNone/>
              <a:defRPr sz="4990" b="1"/>
            </a:lvl7pPr>
            <a:lvl8pPr marL="9981408" indent="0">
              <a:buNone/>
              <a:defRPr sz="4990" b="1"/>
            </a:lvl8pPr>
            <a:lvl9pPr marL="11407323" indent="0">
              <a:buNone/>
              <a:defRPr sz="49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2703"/>
            <a:ext cx="12807832" cy="11491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3127"/>
            <a:ext cx="12870909" cy="2569576"/>
          </a:xfrm>
        </p:spPr>
        <p:txBody>
          <a:bodyPr anchor="b"/>
          <a:lstStyle>
            <a:lvl1pPr marL="0" indent="0">
              <a:buNone/>
              <a:defRPr sz="7485" b="1"/>
            </a:lvl1pPr>
            <a:lvl2pPr marL="1425915" indent="0">
              <a:buNone/>
              <a:defRPr sz="6238" b="1"/>
            </a:lvl2pPr>
            <a:lvl3pPr marL="2851831" indent="0">
              <a:buNone/>
              <a:defRPr sz="5614" b="1"/>
            </a:lvl3pPr>
            <a:lvl4pPr marL="4277746" indent="0">
              <a:buNone/>
              <a:defRPr sz="4990" b="1"/>
            </a:lvl4pPr>
            <a:lvl5pPr marL="5703661" indent="0">
              <a:buNone/>
              <a:defRPr sz="4990" b="1"/>
            </a:lvl5pPr>
            <a:lvl6pPr marL="7129577" indent="0">
              <a:buNone/>
              <a:defRPr sz="4990" b="1"/>
            </a:lvl6pPr>
            <a:lvl7pPr marL="8555492" indent="0">
              <a:buNone/>
              <a:defRPr sz="4990" b="1"/>
            </a:lvl7pPr>
            <a:lvl8pPr marL="9981408" indent="0">
              <a:buNone/>
              <a:defRPr sz="4990" b="1"/>
            </a:lvl8pPr>
            <a:lvl9pPr marL="11407323" indent="0">
              <a:buNone/>
              <a:defRPr sz="49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2703"/>
            <a:ext cx="12870909" cy="114913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23/2/2026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75933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23/2/2026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23235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23/2/2026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49803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892"/>
            <a:ext cx="9764544" cy="4990624"/>
          </a:xfrm>
        </p:spPr>
        <p:txBody>
          <a:bodyPr anchor="b"/>
          <a:lstStyle>
            <a:lvl1pPr>
              <a:defRPr sz="99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9537"/>
            <a:ext cx="15326827" cy="15199618"/>
          </a:xfrm>
        </p:spPr>
        <p:txBody>
          <a:bodyPr/>
          <a:lstStyle>
            <a:lvl1pPr>
              <a:defRPr sz="9980"/>
            </a:lvl1pPr>
            <a:lvl2pPr>
              <a:defRPr sz="8733"/>
            </a:lvl2pPr>
            <a:lvl3pPr>
              <a:defRPr sz="7485"/>
            </a:lvl3pPr>
            <a:lvl4pPr>
              <a:defRPr sz="6238"/>
            </a:lvl4pPr>
            <a:lvl5pPr>
              <a:defRPr sz="6238"/>
            </a:lvl5pPr>
            <a:lvl6pPr>
              <a:defRPr sz="6238"/>
            </a:lvl6pPr>
            <a:lvl7pPr>
              <a:defRPr sz="6238"/>
            </a:lvl7pPr>
            <a:lvl8pPr>
              <a:defRPr sz="6238"/>
            </a:lvl8pPr>
            <a:lvl9pPr>
              <a:defRPr sz="623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6517"/>
            <a:ext cx="9764544" cy="11887390"/>
          </a:xfrm>
        </p:spPr>
        <p:txBody>
          <a:bodyPr/>
          <a:lstStyle>
            <a:lvl1pPr marL="0" indent="0">
              <a:buNone/>
              <a:defRPr sz="4990"/>
            </a:lvl1pPr>
            <a:lvl2pPr marL="1425915" indent="0">
              <a:buNone/>
              <a:defRPr sz="4366"/>
            </a:lvl2pPr>
            <a:lvl3pPr marL="2851831" indent="0">
              <a:buNone/>
              <a:defRPr sz="3743"/>
            </a:lvl3pPr>
            <a:lvl4pPr marL="4277746" indent="0">
              <a:buNone/>
              <a:defRPr sz="3119"/>
            </a:lvl4pPr>
            <a:lvl5pPr marL="5703661" indent="0">
              <a:buNone/>
              <a:defRPr sz="3119"/>
            </a:lvl5pPr>
            <a:lvl6pPr marL="7129577" indent="0">
              <a:buNone/>
              <a:defRPr sz="3119"/>
            </a:lvl6pPr>
            <a:lvl7pPr marL="8555492" indent="0">
              <a:buNone/>
              <a:defRPr sz="3119"/>
            </a:lvl7pPr>
            <a:lvl8pPr marL="9981408" indent="0">
              <a:buNone/>
              <a:defRPr sz="3119"/>
            </a:lvl8pPr>
            <a:lvl9pPr marL="11407323" indent="0">
              <a:buNone/>
              <a:defRPr sz="31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23/2/2026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3941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892"/>
            <a:ext cx="9764544" cy="4990624"/>
          </a:xfrm>
        </p:spPr>
        <p:txBody>
          <a:bodyPr anchor="b"/>
          <a:lstStyle>
            <a:lvl1pPr>
              <a:defRPr sz="99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9537"/>
            <a:ext cx="15326827" cy="15199618"/>
          </a:xfrm>
        </p:spPr>
        <p:txBody>
          <a:bodyPr anchor="t"/>
          <a:lstStyle>
            <a:lvl1pPr marL="0" indent="0">
              <a:buNone/>
              <a:defRPr sz="9980"/>
            </a:lvl1pPr>
            <a:lvl2pPr marL="1425915" indent="0">
              <a:buNone/>
              <a:defRPr sz="8733"/>
            </a:lvl2pPr>
            <a:lvl3pPr marL="2851831" indent="0">
              <a:buNone/>
              <a:defRPr sz="7485"/>
            </a:lvl3pPr>
            <a:lvl4pPr marL="4277746" indent="0">
              <a:buNone/>
              <a:defRPr sz="6238"/>
            </a:lvl4pPr>
            <a:lvl5pPr marL="5703661" indent="0">
              <a:buNone/>
              <a:defRPr sz="6238"/>
            </a:lvl5pPr>
            <a:lvl6pPr marL="7129577" indent="0">
              <a:buNone/>
              <a:defRPr sz="6238"/>
            </a:lvl6pPr>
            <a:lvl7pPr marL="8555492" indent="0">
              <a:buNone/>
              <a:defRPr sz="6238"/>
            </a:lvl7pPr>
            <a:lvl8pPr marL="9981408" indent="0">
              <a:buNone/>
              <a:defRPr sz="6238"/>
            </a:lvl8pPr>
            <a:lvl9pPr marL="11407323" indent="0">
              <a:buNone/>
              <a:defRPr sz="623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6517"/>
            <a:ext cx="9764544" cy="11887390"/>
          </a:xfrm>
        </p:spPr>
        <p:txBody>
          <a:bodyPr/>
          <a:lstStyle>
            <a:lvl1pPr marL="0" indent="0">
              <a:buNone/>
              <a:defRPr sz="4990"/>
            </a:lvl1pPr>
            <a:lvl2pPr marL="1425915" indent="0">
              <a:buNone/>
              <a:defRPr sz="4366"/>
            </a:lvl2pPr>
            <a:lvl3pPr marL="2851831" indent="0">
              <a:buNone/>
              <a:defRPr sz="3743"/>
            </a:lvl3pPr>
            <a:lvl4pPr marL="4277746" indent="0">
              <a:buNone/>
              <a:defRPr sz="3119"/>
            </a:lvl4pPr>
            <a:lvl5pPr marL="5703661" indent="0">
              <a:buNone/>
              <a:defRPr sz="3119"/>
            </a:lvl5pPr>
            <a:lvl6pPr marL="7129577" indent="0">
              <a:buNone/>
              <a:defRPr sz="3119"/>
            </a:lvl6pPr>
            <a:lvl7pPr marL="8555492" indent="0">
              <a:buNone/>
              <a:defRPr sz="3119"/>
            </a:lvl7pPr>
            <a:lvl8pPr marL="9981408" indent="0">
              <a:buNone/>
              <a:defRPr sz="3119"/>
            </a:lvl8pPr>
            <a:lvl9pPr marL="11407323" indent="0">
              <a:buNone/>
              <a:defRPr sz="31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23/2/2026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21034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23/2/2026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1224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734"/>
            <a:ext cx="6528093" cy="181256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734"/>
            <a:ext cx="19205838" cy="181256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6C21-09CF-4459-AE30-72F843EAA5C5}" type="datetimeFigureOut">
              <a:rPr lang="en-MY" smtClean="0"/>
              <a:t>23/2/2026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99539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738"/>
            <a:ext cx="26112371" cy="4134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3668"/>
            <a:ext cx="26112371" cy="13570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23872"/>
            <a:ext cx="6811923" cy="1138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66C21-09CF-4459-AE30-72F843EAA5C5}" type="datetimeFigureOut">
              <a:rPr lang="en-MY" smtClean="0"/>
              <a:t>23/2/2026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23872"/>
            <a:ext cx="10217884" cy="1138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23872"/>
            <a:ext cx="6811923" cy="1138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177EB-F3F0-4850-9778-52DF3C7394AD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9905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851831" rtl="0" eaLnBrk="1" latinLnBrk="0" hangingPunct="1">
        <a:lnSpc>
          <a:spcPct val="90000"/>
        </a:lnSpc>
        <a:spcBef>
          <a:spcPct val="0"/>
        </a:spcBef>
        <a:buNone/>
        <a:defRPr sz="137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958" indent="-712958" algn="l" defTabSz="2851831" rtl="0" eaLnBrk="1" latinLnBrk="0" hangingPunct="1">
        <a:lnSpc>
          <a:spcPct val="90000"/>
        </a:lnSpc>
        <a:spcBef>
          <a:spcPts val="3119"/>
        </a:spcBef>
        <a:buFont typeface="Arial" panose="020B0604020202020204" pitchFamily="34" charset="0"/>
        <a:buChar char="•"/>
        <a:defRPr sz="8733" kern="1200">
          <a:solidFill>
            <a:schemeClr val="tx1"/>
          </a:solidFill>
          <a:latin typeface="+mn-lt"/>
          <a:ea typeface="+mn-ea"/>
          <a:cs typeface="+mn-cs"/>
        </a:defRPr>
      </a:lvl1pPr>
      <a:lvl2pPr marL="2138873" indent="-712958" algn="l" defTabSz="285183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5" kern="1200">
          <a:solidFill>
            <a:schemeClr val="tx1"/>
          </a:solidFill>
          <a:latin typeface="+mn-lt"/>
          <a:ea typeface="+mn-ea"/>
          <a:cs typeface="+mn-cs"/>
        </a:defRPr>
      </a:lvl2pPr>
      <a:lvl3pPr marL="3564788" indent="-712958" algn="l" defTabSz="285183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8" kern="1200">
          <a:solidFill>
            <a:schemeClr val="tx1"/>
          </a:solidFill>
          <a:latin typeface="+mn-lt"/>
          <a:ea typeface="+mn-ea"/>
          <a:cs typeface="+mn-cs"/>
        </a:defRPr>
      </a:lvl3pPr>
      <a:lvl4pPr marL="4990704" indent="-712958" algn="l" defTabSz="285183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4" kern="1200">
          <a:solidFill>
            <a:schemeClr val="tx1"/>
          </a:solidFill>
          <a:latin typeface="+mn-lt"/>
          <a:ea typeface="+mn-ea"/>
          <a:cs typeface="+mn-cs"/>
        </a:defRPr>
      </a:lvl4pPr>
      <a:lvl5pPr marL="6416619" indent="-712958" algn="l" defTabSz="285183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4" kern="1200">
          <a:solidFill>
            <a:schemeClr val="tx1"/>
          </a:solidFill>
          <a:latin typeface="+mn-lt"/>
          <a:ea typeface="+mn-ea"/>
          <a:cs typeface="+mn-cs"/>
        </a:defRPr>
      </a:lvl5pPr>
      <a:lvl6pPr marL="7842534" indent="-712958" algn="l" defTabSz="285183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4" kern="1200">
          <a:solidFill>
            <a:schemeClr val="tx1"/>
          </a:solidFill>
          <a:latin typeface="+mn-lt"/>
          <a:ea typeface="+mn-ea"/>
          <a:cs typeface="+mn-cs"/>
        </a:defRPr>
      </a:lvl6pPr>
      <a:lvl7pPr marL="9268450" indent="-712958" algn="l" defTabSz="285183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4" kern="1200">
          <a:solidFill>
            <a:schemeClr val="tx1"/>
          </a:solidFill>
          <a:latin typeface="+mn-lt"/>
          <a:ea typeface="+mn-ea"/>
          <a:cs typeface="+mn-cs"/>
        </a:defRPr>
      </a:lvl7pPr>
      <a:lvl8pPr marL="10694365" indent="-712958" algn="l" defTabSz="285183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4" kern="1200">
          <a:solidFill>
            <a:schemeClr val="tx1"/>
          </a:solidFill>
          <a:latin typeface="+mn-lt"/>
          <a:ea typeface="+mn-ea"/>
          <a:cs typeface="+mn-cs"/>
        </a:defRPr>
      </a:lvl8pPr>
      <a:lvl9pPr marL="12120281" indent="-712958" algn="l" defTabSz="285183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831" rtl="0" eaLnBrk="1" latinLnBrk="0" hangingPunct="1">
        <a:defRPr sz="5614" kern="1200">
          <a:solidFill>
            <a:schemeClr val="tx1"/>
          </a:solidFill>
          <a:latin typeface="+mn-lt"/>
          <a:ea typeface="+mn-ea"/>
          <a:cs typeface="+mn-cs"/>
        </a:defRPr>
      </a:lvl1pPr>
      <a:lvl2pPr marL="1425915" algn="l" defTabSz="2851831" rtl="0" eaLnBrk="1" latinLnBrk="0" hangingPunct="1">
        <a:defRPr sz="5614" kern="1200">
          <a:solidFill>
            <a:schemeClr val="tx1"/>
          </a:solidFill>
          <a:latin typeface="+mn-lt"/>
          <a:ea typeface="+mn-ea"/>
          <a:cs typeface="+mn-cs"/>
        </a:defRPr>
      </a:lvl2pPr>
      <a:lvl3pPr marL="2851831" algn="l" defTabSz="2851831" rtl="0" eaLnBrk="1" latinLnBrk="0" hangingPunct="1">
        <a:defRPr sz="5614" kern="1200">
          <a:solidFill>
            <a:schemeClr val="tx1"/>
          </a:solidFill>
          <a:latin typeface="+mn-lt"/>
          <a:ea typeface="+mn-ea"/>
          <a:cs typeface="+mn-cs"/>
        </a:defRPr>
      </a:lvl3pPr>
      <a:lvl4pPr marL="4277746" algn="l" defTabSz="2851831" rtl="0" eaLnBrk="1" latinLnBrk="0" hangingPunct="1">
        <a:defRPr sz="5614" kern="1200">
          <a:solidFill>
            <a:schemeClr val="tx1"/>
          </a:solidFill>
          <a:latin typeface="+mn-lt"/>
          <a:ea typeface="+mn-ea"/>
          <a:cs typeface="+mn-cs"/>
        </a:defRPr>
      </a:lvl4pPr>
      <a:lvl5pPr marL="5703661" algn="l" defTabSz="2851831" rtl="0" eaLnBrk="1" latinLnBrk="0" hangingPunct="1">
        <a:defRPr sz="5614" kern="1200">
          <a:solidFill>
            <a:schemeClr val="tx1"/>
          </a:solidFill>
          <a:latin typeface="+mn-lt"/>
          <a:ea typeface="+mn-ea"/>
          <a:cs typeface="+mn-cs"/>
        </a:defRPr>
      </a:lvl5pPr>
      <a:lvl6pPr marL="7129577" algn="l" defTabSz="2851831" rtl="0" eaLnBrk="1" latinLnBrk="0" hangingPunct="1">
        <a:defRPr sz="5614" kern="1200">
          <a:solidFill>
            <a:schemeClr val="tx1"/>
          </a:solidFill>
          <a:latin typeface="+mn-lt"/>
          <a:ea typeface="+mn-ea"/>
          <a:cs typeface="+mn-cs"/>
        </a:defRPr>
      </a:lvl6pPr>
      <a:lvl7pPr marL="8555492" algn="l" defTabSz="2851831" rtl="0" eaLnBrk="1" latinLnBrk="0" hangingPunct="1">
        <a:defRPr sz="5614" kern="1200">
          <a:solidFill>
            <a:schemeClr val="tx1"/>
          </a:solidFill>
          <a:latin typeface="+mn-lt"/>
          <a:ea typeface="+mn-ea"/>
          <a:cs typeface="+mn-cs"/>
        </a:defRPr>
      </a:lvl7pPr>
      <a:lvl8pPr marL="9981408" algn="l" defTabSz="2851831" rtl="0" eaLnBrk="1" latinLnBrk="0" hangingPunct="1">
        <a:defRPr sz="5614" kern="1200">
          <a:solidFill>
            <a:schemeClr val="tx1"/>
          </a:solidFill>
          <a:latin typeface="+mn-lt"/>
          <a:ea typeface="+mn-ea"/>
          <a:cs typeface="+mn-cs"/>
        </a:defRPr>
      </a:lvl8pPr>
      <a:lvl9pPr marL="11407323" algn="l" defTabSz="2851831" rtl="0" eaLnBrk="1" latinLnBrk="0" hangingPunct="1">
        <a:defRPr sz="56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79C8AFF9-233F-46A4-852E-5A69970F996D}"/>
              </a:ext>
            </a:extLst>
          </p:cNvPr>
          <p:cNvSpPr/>
          <p:nvPr/>
        </p:nvSpPr>
        <p:spPr>
          <a:xfrm>
            <a:off x="178726" y="112678"/>
            <a:ext cx="29917767" cy="308756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6028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C0B5FB-EFFA-1D21-7C4F-C021D0B5B74E}"/>
              </a:ext>
            </a:extLst>
          </p:cNvPr>
          <p:cNvSpPr/>
          <p:nvPr/>
        </p:nvSpPr>
        <p:spPr>
          <a:xfrm>
            <a:off x="55603" y="18750922"/>
            <a:ext cx="30164006" cy="26514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6028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4E722E-F030-1090-5C24-39D83ABC3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598" y="19421331"/>
            <a:ext cx="1538649" cy="15386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01E905-01C0-983F-F413-9FFA15B7C626}"/>
              </a:ext>
            </a:extLst>
          </p:cNvPr>
          <p:cNvSpPr txBox="1"/>
          <p:nvPr/>
        </p:nvSpPr>
        <p:spPr>
          <a:xfrm>
            <a:off x="178724" y="1015927"/>
            <a:ext cx="20759002" cy="1158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928" b="1" dirty="0">
                <a:solidFill>
                  <a:schemeClr val="bg1"/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  Gamified Cyber Awareness Training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C43FEE-9315-B1E6-20ED-DF0582C7CA75}"/>
              </a:ext>
            </a:extLst>
          </p:cNvPr>
          <p:cNvSpPr txBox="1"/>
          <p:nvPr/>
        </p:nvSpPr>
        <p:spPr>
          <a:xfrm>
            <a:off x="485227" y="3925161"/>
            <a:ext cx="5751132" cy="1006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938" b="1" dirty="0">
                <a:solidFill>
                  <a:schemeClr val="bg2">
                    <a:lumMod val="25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Introduction</a:t>
            </a:r>
            <a:endParaRPr lang="en-MY" sz="7917" b="1" dirty="0">
              <a:solidFill>
                <a:schemeClr val="bg2">
                  <a:lumMod val="25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1B28A6-CE6C-70AE-5DFD-B9078B797922}"/>
              </a:ext>
            </a:extLst>
          </p:cNvPr>
          <p:cNvSpPr txBox="1"/>
          <p:nvPr/>
        </p:nvSpPr>
        <p:spPr>
          <a:xfrm>
            <a:off x="23943703" y="3976872"/>
            <a:ext cx="5217886" cy="1006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938" b="1" dirty="0">
                <a:solidFill>
                  <a:schemeClr val="bg2">
                    <a:lumMod val="25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Conclusion</a:t>
            </a:r>
            <a:endParaRPr lang="en-MY" sz="7917" b="1" dirty="0">
              <a:solidFill>
                <a:schemeClr val="bg2">
                  <a:lumMod val="25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C6A306-2A9A-9E80-2D15-62623C28B622}"/>
              </a:ext>
            </a:extLst>
          </p:cNvPr>
          <p:cNvSpPr txBox="1"/>
          <p:nvPr/>
        </p:nvSpPr>
        <p:spPr>
          <a:xfrm>
            <a:off x="9115380" y="3976872"/>
            <a:ext cx="11822347" cy="1006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938" b="1" dirty="0">
                <a:solidFill>
                  <a:schemeClr val="bg2">
                    <a:lumMod val="25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Project Objectives &amp; Details</a:t>
            </a:r>
            <a:endParaRPr lang="en-MY" sz="7917" b="1" dirty="0">
              <a:solidFill>
                <a:schemeClr val="bg2">
                  <a:lumMod val="25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896150-E8DF-E052-6C99-18414358B507}"/>
              </a:ext>
            </a:extLst>
          </p:cNvPr>
          <p:cNvSpPr txBox="1"/>
          <p:nvPr/>
        </p:nvSpPr>
        <p:spPr>
          <a:xfrm>
            <a:off x="348057" y="6395649"/>
            <a:ext cx="5963985" cy="5631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999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Phishing is the top cyber incident in the fraud category.</a:t>
            </a:r>
          </a:p>
          <a:p>
            <a:pPr algn="ctr"/>
            <a:endParaRPr lang="en-US" sz="3999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  <a:p>
            <a:pPr algn="ctr"/>
            <a:endParaRPr lang="en-US" sz="3999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  <a:p>
            <a:pPr algn="ctr"/>
            <a:r>
              <a:rPr lang="en-US" sz="3999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With </a:t>
            </a:r>
            <a:r>
              <a:rPr lang="en-US" sz="3999" b="1" dirty="0">
                <a:solidFill>
                  <a:srgbClr val="FF0000"/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1160 incidents </a:t>
            </a:r>
            <a:r>
              <a:rPr lang="en-US" sz="3999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in months July, August and September </a:t>
            </a:r>
            <a:r>
              <a:rPr lang="en-US" sz="3999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2025</a:t>
            </a:r>
            <a:r>
              <a:rPr lang="en-US" sz="3999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 </a:t>
            </a:r>
            <a:r>
              <a:rPr lang="en-US" sz="3999" b="1" dirty="0">
                <a:solidFill>
                  <a:srgbClr val="FF0000"/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according to </a:t>
            </a:r>
            <a:r>
              <a:rPr lang="en-US" sz="3999" b="1" dirty="0" err="1">
                <a:solidFill>
                  <a:srgbClr val="FF0000"/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MyCERT</a:t>
            </a:r>
            <a:r>
              <a:rPr lang="en-US" sz="3999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.</a:t>
            </a:r>
            <a:endParaRPr lang="en-MY" sz="7197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ECE91B-0E6C-62D5-3434-80B61A9CCC2C}"/>
              </a:ext>
            </a:extLst>
          </p:cNvPr>
          <p:cNvSpPr txBox="1"/>
          <p:nvPr/>
        </p:nvSpPr>
        <p:spPr>
          <a:xfrm>
            <a:off x="322934" y="13483386"/>
            <a:ext cx="6038883" cy="3169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999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Current methods of training such as PowerPoint reading and Q&amp;A Forms are insufficient.</a:t>
            </a:r>
            <a:endParaRPr lang="en-MY" sz="7197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A612BE-FF0E-550D-5CAF-93203C5DA916}"/>
              </a:ext>
            </a:extLst>
          </p:cNvPr>
          <p:cNvSpPr txBox="1"/>
          <p:nvPr/>
        </p:nvSpPr>
        <p:spPr>
          <a:xfrm>
            <a:off x="8706449" y="6022370"/>
            <a:ext cx="12660777" cy="1938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999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This project aims to increase the general public’s cyber awareness via game as it is more stimulating and entertaining.</a:t>
            </a:r>
            <a:endParaRPr lang="en-MY" sz="7197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352A22-F119-8554-27CD-35D4230882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76" y="19425000"/>
            <a:ext cx="1538649" cy="153864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E5657D-4A25-8469-40A7-3B97E20F42D1}"/>
              </a:ext>
            </a:extLst>
          </p:cNvPr>
          <p:cNvCxnSpPr>
            <a:cxnSpLocks/>
          </p:cNvCxnSpPr>
          <p:nvPr/>
        </p:nvCxnSpPr>
        <p:spPr>
          <a:xfrm>
            <a:off x="6741958" y="4326560"/>
            <a:ext cx="0" cy="14147632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B294AE-D21A-DA24-FC67-C687A8EFD51C}"/>
              </a:ext>
            </a:extLst>
          </p:cNvPr>
          <p:cNvCxnSpPr>
            <a:cxnSpLocks/>
          </p:cNvCxnSpPr>
          <p:nvPr/>
        </p:nvCxnSpPr>
        <p:spPr>
          <a:xfrm flipH="1">
            <a:off x="22954307" y="4326560"/>
            <a:ext cx="201897" cy="14147632"/>
          </a:xfrm>
          <a:prstGeom prst="line">
            <a:avLst/>
          </a:prstGeom>
          <a:ln w="127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4ECC134-62ED-3A7E-D9E6-55350F23B3C9}"/>
              </a:ext>
            </a:extLst>
          </p:cNvPr>
          <p:cNvSpPr txBox="1"/>
          <p:nvPr/>
        </p:nvSpPr>
        <p:spPr>
          <a:xfrm>
            <a:off x="23809934" y="6275391"/>
            <a:ext cx="5672817" cy="3169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999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User learns better when they have more interaction and feedback. It also helps improve retention.</a:t>
            </a:r>
            <a:endParaRPr lang="en-MY" sz="7197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E9271FC-C6D9-BA64-6D70-8FF4603DC8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58103" y="16405611"/>
            <a:ext cx="1640095" cy="164009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986486A-1F65-4B0B-01A4-ABD36D0BE7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9552" y="16405609"/>
            <a:ext cx="1640099" cy="164009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C96F2DB-4AB1-225C-9535-3CA2470C7D70}"/>
              </a:ext>
            </a:extLst>
          </p:cNvPr>
          <p:cNvSpPr txBox="1"/>
          <p:nvPr/>
        </p:nvSpPr>
        <p:spPr>
          <a:xfrm>
            <a:off x="17675356" y="11440177"/>
            <a:ext cx="4419108" cy="701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959" b="1" dirty="0">
                <a:solidFill>
                  <a:schemeClr val="bg2">
                    <a:lumMod val="50000"/>
                  </a:schemeClr>
                </a:solidFill>
                <a:latin typeface="Segoe UI Variable Text Semibold" pitchFamily="2" charset="0"/>
                <a:ea typeface="ADLaM Display" panose="02010000000000000000" pitchFamily="2" charset="0"/>
                <a:cs typeface="Segoe UI Semibold" panose="020B0702040204020203" pitchFamily="34" charset="0"/>
              </a:rPr>
              <a:t>Identify Threats</a:t>
            </a:r>
            <a:endParaRPr lang="en-MY" sz="4948" b="1" dirty="0">
              <a:solidFill>
                <a:schemeClr val="bg2">
                  <a:lumMod val="50000"/>
                </a:schemeClr>
              </a:solidFill>
              <a:latin typeface="Segoe UI Variable Text Semibold" pitchFamily="2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5BBEAD-04B3-EFBC-4B96-708E2B3E2C84}"/>
              </a:ext>
            </a:extLst>
          </p:cNvPr>
          <p:cNvSpPr txBox="1"/>
          <p:nvPr/>
        </p:nvSpPr>
        <p:spPr>
          <a:xfrm>
            <a:off x="23809934" y="10503475"/>
            <a:ext cx="5672817" cy="3784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999" b="1" dirty="0">
                <a:solidFill>
                  <a:schemeClr val="bg2">
                    <a:lumMod val="50000"/>
                  </a:schemeClr>
                </a:solidFill>
                <a:latin typeface="Segoe UI Semibold" panose="020B0702040204020203" pitchFamily="34" charset="0"/>
                <a:ea typeface="ADLaM Display" panose="02010000000000000000" pitchFamily="2" charset="0"/>
                <a:cs typeface="Segoe UI Semibold" panose="020B0702040204020203" pitchFamily="34" charset="0"/>
              </a:rPr>
              <a:t>This game is a place where users can experience what happens if they are not equipped with cyber awareness.</a:t>
            </a:r>
            <a:endParaRPr lang="en-MY" sz="7197" b="1" dirty="0">
              <a:solidFill>
                <a:schemeClr val="bg2">
                  <a:lumMod val="50000"/>
                </a:schemeClr>
              </a:solidFill>
              <a:latin typeface="Segoe UI Semibold" panose="020B0702040204020203" pitchFamily="34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A0CD4A-4E69-E114-9DE0-92AB79E845E4}"/>
              </a:ext>
            </a:extLst>
          </p:cNvPr>
          <p:cNvSpPr txBox="1"/>
          <p:nvPr/>
        </p:nvSpPr>
        <p:spPr>
          <a:xfrm>
            <a:off x="15533618" y="17541422"/>
            <a:ext cx="5800833" cy="701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959" b="1" dirty="0">
                <a:solidFill>
                  <a:schemeClr val="bg2">
                    <a:lumMod val="50000"/>
                  </a:schemeClr>
                </a:solidFill>
                <a:latin typeface="Segoe UI Variable Text Semibold" pitchFamily="2" charset="0"/>
                <a:ea typeface="ADLaM Display" panose="02010000000000000000" pitchFamily="2" charset="0"/>
                <a:cs typeface="Segoe UI Semibold" panose="020B0702040204020203" pitchFamily="34" charset="0"/>
              </a:rPr>
              <a:t>Explore What Happens</a:t>
            </a:r>
            <a:endParaRPr lang="en-MY" sz="3959" b="1" dirty="0">
              <a:solidFill>
                <a:schemeClr val="bg2">
                  <a:lumMod val="50000"/>
                </a:schemeClr>
              </a:solidFill>
              <a:latin typeface="Segoe UI Variable Text Semibold" pitchFamily="2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627B4242-99DE-CD4C-B077-72D77AAE39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878" y="8576702"/>
            <a:ext cx="8672821" cy="5463876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72C1705B-2005-8953-67EB-F95EDDFADC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124" y="9576599"/>
            <a:ext cx="628587" cy="62858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3536053-5F14-AC30-9B5A-EDABA20F1C79}"/>
              </a:ext>
            </a:extLst>
          </p:cNvPr>
          <p:cNvSpPr txBox="1"/>
          <p:nvPr/>
        </p:nvSpPr>
        <p:spPr>
          <a:xfrm>
            <a:off x="9298735" y="14167457"/>
            <a:ext cx="4419108" cy="701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959" b="1" dirty="0">
                <a:solidFill>
                  <a:schemeClr val="bg2">
                    <a:lumMod val="50000"/>
                  </a:schemeClr>
                </a:solidFill>
                <a:latin typeface="Segoe UI Variable Text Semibold" pitchFamily="2" charset="0"/>
                <a:ea typeface="ADLaM Display" panose="02010000000000000000" pitchFamily="2" charset="0"/>
                <a:cs typeface="Segoe UI Semibold" panose="020B0702040204020203" pitchFamily="34" charset="0"/>
              </a:rPr>
              <a:t>Complete Tasks</a:t>
            </a:r>
            <a:endParaRPr lang="en-MY" sz="4948" b="1" dirty="0">
              <a:solidFill>
                <a:schemeClr val="bg2">
                  <a:lumMod val="50000"/>
                </a:schemeClr>
              </a:solidFill>
              <a:latin typeface="Segoe UI Variable Text Semibold" pitchFamily="2" charset="0"/>
              <a:ea typeface="ADLaM Display" panose="02010000000000000000" pitchFamily="2" charset="0"/>
              <a:cs typeface="Segoe UI Semibold" panose="020B0702040204020203" pitchFamily="34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FB5AF918-939B-9BF9-A9D8-AEFCC32EB5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878" y="4649638"/>
            <a:ext cx="1697936" cy="169793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95704F5-766B-11D8-8A23-62144616AB55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8491" y="5876410"/>
            <a:ext cx="702115" cy="70211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996C3733-E164-E0CB-7ABB-A96CF057C0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5520" y="9036190"/>
            <a:ext cx="6138792" cy="2229071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7BE6023A-352C-0804-E757-A2716DA63B8A}"/>
              </a:ext>
            </a:extLst>
          </p:cNvPr>
          <p:cNvSpPr txBox="1"/>
          <p:nvPr/>
        </p:nvSpPr>
        <p:spPr>
          <a:xfrm>
            <a:off x="19617264" y="628482"/>
            <a:ext cx="10371603" cy="1926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959" dirty="0">
                <a:solidFill>
                  <a:schemeClr val="bg1"/>
                </a:solidFill>
                <a:latin typeface="Segoe UI Variable Text Semibold" pitchFamily="2" charset="0"/>
              </a:rPr>
              <a:t>Wong Kai Lun</a:t>
            </a:r>
          </a:p>
          <a:p>
            <a:pPr algn="ctr"/>
            <a:r>
              <a:rPr lang="en-US" sz="3959" dirty="0">
                <a:solidFill>
                  <a:schemeClr val="bg1"/>
                </a:solidFill>
                <a:latin typeface="Segoe UI Variable Text Semibold" pitchFamily="2" charset="0"/>
              </a:rPr>
              <a:t>kai.l.</a:t>
            </a:r>
            <a:r>
              <a:rPr lang="en-US" sz="3959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wong</a:t>
            </a:r>
            <a:r>
              <a:rPr lang="en-US" sz="3959" dirty="0">
                <a:solidFill>
                  <a:schemeClr val="bg1"/>
                </a:solidFill>
                <a:latin typeface="Segoe UI Variable Text Semibold" pitchFamily="2" charset="0"/>
              </a:rPr>
              <a:t>@students.plymouth.ac.uk</a:t>
            </a:r>
          </a:p>
          <a:p>
            <a:pPr algn="ctr"/>
            <a:r>
              <a:rPr lang="en-US" sz="3999" dirty="0">
                <a:solidFill>
                  <a:schemeClr val="bg1"/>
                </a:solidFill>
                <a:latin typeface="Segoe UI Variable Text Semibold" pitchFamily="2" charset="0"/>
              </a:rPr>
              <a:t>BSSE2409079</a:t>
            </a:r>
            <a:r>
              <a:rPr lang="en-US" sz="3959" dirty="0">
                <a:solidFill>
                  <a:schemeClr val="bg1"/>
                </a:solidFill>
                <a:latin typeface="Segoe UI Variable Text Semibold" pitchFamily="2" charset="0"/>
              </a:rPr>
              <a:t>@peninsulamalaysia.edu.my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275E7D-569C-7F4C-B657-CF5EF72FA64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3231" y="19054918"/>
            <a:ext cx="7591033" cy="212589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050B0C5-DF5A-E06C-8EBA-B7C0201C2CC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235" y="19532409"/>
            <a:ext cx="4935570" cy="117091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A8A7CAA-3A4F-8E24-8D98-CCA863CF50A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783" y="19478777"/>
            <a:ext cx="2247722" cy="13767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6D256E4-7533-1DED-642D-AF67B134177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5110" y="15002897"/>
            <a:ext cx="3154085" cy="31540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F22AD9-70E1-55FD-A32F-3BEDF585946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28" y="245646"/>
            <a:ext cx="2235428" cy="283677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DA4A5A2-97DF-0D6F-9837-7D9E94AA14E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6099" y="19327547"/>
            <a:ext cx="7295225" cy="15806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8D04F4-EF19-F9BE-CE84-78D39B32A4B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260681" y="12718404"/>
            <a:ext cx="8346709" cy="469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109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321</TotalTime>
  <Words>140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 Semibold</vt:lpstr>
      <vt:lpstr>Segoe UI Variable Text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Wong Kai Lun</dc:creator>
  <cp:lastModifiedBy>Wong Kai Lun</cp:lastModifiedBy>
  <cp:revision>106</cp:revision>
  <dcterms:created xsi:type="dcterms:W3CDTF">2026-01-20T05:58:55Z</dcterms:created>
  <dcterms:modified xsi:type="dcterms:W3CDTF">2026-02-23T06:21:40Z</dcterms:modified>
</cp:coreProperties>
</file>